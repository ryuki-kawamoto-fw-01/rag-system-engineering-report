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s/slide1.xml" ContentType="application/vnd.openxmlformats-officedocument.presentationml.slide+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presProps" Target="presProps.xml"/><Relationship Id="rId7" Type="http://schemas.openxmlformats.org/officeDocument/2006/relationships/slide" Target="slides/slide1.xml"/><Relationship Id="rId2" Type="http://schemas.openxmlformats.org/officeDocument/2006/relationships/printerSettings" Target="printerSettings/printerSettings1.bin"/><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10" Type="http://schemas.openxmlformats.org/officeDocument/2006/relationships/customXml" Target="../customXml/item3.xml"/><Relationship Id="rId4" Type="http://schemas.openxmlformats.org/officeDocument/2006/relationships/viewProps" Target="viewProps.xml"/><Relationship Id="rId9" Type="http://schemas.openxmlformats.org/officeDocument/2006/relationships/customXml" Target="../customXml/item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会議ログ（抜粋）</a:t>
            </a:r>
          </a:p>
        </p:txBody>
      </p:sp>
      <p:sp>
        <p:nvSpPr>
          <p:cNvPr id="3" name="Content Placeholder 2"/>
          <p:cNvSpPr>
            <a:spLocks noGrp="1"/>
          </p:cNvSpPr>
          <p:nvPr>
            <p:ph idx="1"/>
          </p:nvPr>
        </p:nvSpPr>
        <p:spPr/>
        <p:txBody>
          <a:bodyPr/>
          <a:lstStyle/>
          <a:p>
            <a:r>
              <a:t>【会議名】次世代クラウド基盤刷新プロジェクト 戦略会議</a:t>
            </a:r>
          </a:p>
          <a:p>
            <a:r>
              <a:t>【日時】2026年2月3日 13:00-15:00</a:t>
            </a:r>
          </a:p>
          <a:p>
            <a:r>
              <a:t>【参加者】加藤(PM)、佐藤(技術統括)、鈴木(アーキテクト)、山本(運用)、田中(営業)、大森(セキュリティ)、松井(サポート)、青木(マーケ)</a:t>
            </a:r>
          </a:p>
          <a:p/>
          <a:p>
            <a:r>
              <a:t>---</a:t>
            </a:r>
          </a:p>
          <a:p>
            <a:r>
              <a:t>【会話ログ】</a:t>
            </a:r>
          </a:p>
          <a:p>
            <a:r>
              <a:t>加藤(PM): 本日は次世代クラウド基盤の刷新企画について、技術・運用・セキュリティ・営業の観点から総合的に議論したいと思います。特に、性能要件、移行スケジュール、顧客向けの影響範囲、そして追加コストの見積もりが重要な論点となります。</a:t>
            </a:r>
          </a:p>
          <a:p/>
          <a:p>
            <a:r>
              <a:t>佐藤(技術統括): まず最新の検討結果ですが、我々が候補としている新基盤は現在の環境と比較して約30%の性能向上が見込めます。ただし、一部の既存サービスで互換性検証が必要で、特に旧APIを利用している顧客向けには追加対応が必要です。</a:t>
            </a:r>
          </a:p>
          <a:p/>
          <a:p>
            <a:r>
              <a:t>鈴木(アーキテクト): 互換性の問題について補足します。旧API群のうち約20%が新基盤上で非推奨となっており、ラッパーを介して動作させるか、または顧客側のコード変更を促す必要があります。ラッパー方式は短期的には有効ですが、中長期の保守性を考えると推奨できません。</a:t>
            </a:r>
          </a:p>
          <a:p/>
          <a:p>
            <a:r>
              <a:t>田中(営業): 顧客に負担をかける形になると、スケジュール調整や追加工数の懸念が出ます。特に大規模顧客は変更に慎重で、移行作業を伴うアップデートには数ヶ月の準備期間を求められます。営業としては早めに移行計画の大枠を提示したいところです。</a:t>
            </a:r>
          </a:p>
          <a:p/>
          <a:p>
            <a:r>
              <a:t>加藤(PM): そのためにも、互換性問題の範囲を早急に明確化し、顧客への影響を分類する必要がありますね。「顧客側作業なし」「軽微な変更」「大きな変更」の3段階で分類した資料を作成しましょう。</a:t>
            </a:r>
          </a:p>
          <a:p/>
          <a:p>
            <a:r>
              <a:t>山本(運用): 運用面からは、監視システムの刷新も必要です。現在の監視基盤では新基盤のメトリクス形式に対応しておらず、ダッシュボードやアラートルールの大幅な更新が必要になります。これにより、一時的に運用チームの負荷が増加します。</a:t>
            </a:r>
          </a:p>
          <a:p/>
          <a:p>
            <a:r>
              <a:t>大森(セキュリティ): セキュリティ面では、新基盤はゼロトラストモデルに対応していることが大きな利点です。ただし、既存の認証基盤との連携が複雑で、移行期には認証フローの二重管理が必要となります。また、新しい脅威モデルに基づく監査項目の追加も検討しています。</a:t>
            </a:r>
          </a:p>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6EB842EDE663554592ACAE27A7E26619" ma:contentTypeVersion="17" ma:contentTypeDescription="新しいドキュメントを作成します。" ma:contentTypeScope="" ma:versionID="16747dd24529eeafe37e55189e22f718">
  <xsd:schema xmlns:xsd="http://www.w3.org/2001/XMLSchema" xmlns:xs="http://www.w3.org/2001/XMLSchema" xmlns:p="http://schemas.microsoft.com/office/2006/metadata/properties" xmlns:ns2="4dc7eaff-9cc3-4c93-8179-c2dde48322dd" xmlns:ns3="64b45ec4-2e29-4bf6-8c65-02a0a27b7616" targetNamespace="http://schemas.microsoft.com/office/2006/metadata/properties" ma:root="true" ma:fieldsID="7cbc8658c59981c65856985325ace6ba" ns2:_="" ns3:_="">
    <xsd:import namespace="4dc7eaff-9cc3-4c93-8179-c2dde48322dd"/>
    <xsd:import namespace="64b45ec4-2e29-4bf6-8c65-02a0a27b761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MediaServiceSearchProperties" minOccurs="0"/>
                <xsd:element ref="ns2:_x6ce8__x610f__x4e8b__x9805_"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c7eaff-9cc3-4c93-8179-c2dde48322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画像タグ" ma:readOnly="false" ma:fieldId="{5cf76f15-5ced-4ddc-b409-7134ff3c332f}" ma:taxonomyMulti="true" ma:sspId="9dd84382-b38c-4eba-b7c2-4a66a077defb"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_x6ce8__x610f__x4e8b__x9805_" ma:index="22" nillable="true" ma:displayName="注意事項" ma:format="Dropdown" ma:internalName="_x6ce8__x610f__x4e8b__x9805_">
      <xsd:simpleType>
        <xsd:restriction base="dms:Text">
          <xsd:maxLength value="255"/>
        </xsd:restriction>
      </xsd:simpleType>
    </xsd:element>
    <xsd:element name="MediaServiceBillingMetadata" ma:index="23" nillable="true" ma:displayName="MediaServiceBillingMetadata" ma:hidden="true" ma:internalName="MediaServiceBillingMetadata" ma:readOnly="true">
      <xsd:simpleType>
        <xsd:restriction base="dms:Note"/>
      </xsd:simpleType>
    </xsd:element>
    <xsd:element name="MediaServiceLocation" ma:index="24"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4b45ec4-2e29-4bf6-8c65-02a0a27b7616"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ff3b25dd-ef32-431d-b66c-336b0f39013d}" ma:internalName="TaxCatchAll" ma:showField="CatchAllData" ma:web="64b45ec4-2e29-4bf6-8c65-02a0a27b7616">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x6ce8__x610f__x4e8b__x9805_ xmlns="4dc7eaff-9cc3-4c93-8179-c2dde48322dd" xsi:nil="true"/>
    <TaxCatchAll xmlns="64b45ec4-2e29-4bf6-8c65-02a0a27b7616" xsi:nil="true"/>
    <lcf76f155ced4ddcb4097134ff3c332f xmlns="4dc7eaff-9cc3-4c93-8179-c2dde48322d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26E5B21-6B22-4C4C-BABD-AB56BBB16728}"/>
</file>

<file path=customXml/itemProps2.xml><?xml version="1.0" encoding="utf-8"?>
<ds:datastoreItem xmlns:ds="http://schemas.openxmlformats.org/officeDocument/2006/customXml" ds:itemID="{E2765948-0E06-4CDB-91BC-626F142E7F9D}"/>
</file>

<file path=customXml/itemProps3.xml><?xml version="1.0" encoding="utf-8"?>
<ds:datastoreItem xmlns:ds="http://schemas.openxmlformats.org/officeDocument/2006/customXml" ds:itemID="{FFEE965A-BE21-41B6-93C7-C273AA713700}"/>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0x0101006EB842EDE663554592ACAE27A7E26619</vt:lpwstr>
  </property>
</Properties>
</file>