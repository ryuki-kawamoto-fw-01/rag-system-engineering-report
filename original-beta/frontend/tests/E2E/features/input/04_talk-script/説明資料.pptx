
<file path=[Content_Types].xml><?xml version="1.0" encoding="utf-8"?>
<Types xmlns="http://schemas.openxmlformats.org/package/2006/content-types">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85" r:id="rId4"/>
    <p:sldMasterId id="2147483705" r:id="rId5"/>
  </p:sldMasterIdLst>
  <p:notesMasterIdLst>
    <p:notesMasterId r:id="rId8"/>
  </p:notesMasterIdLst>
  <p:handoutMasterIdLst>
    <p:handoutMasterId r:id="rId9"/>
  </p:handoutMasterIdLst>
  <p:sldIdLst>
    <p:sldId id="268" r:id="rId6"/>
    <p:sldId id="267" r:id="rId7"/>
  </p:sldIdLst>
  <p:sldSz cx="9144000" cy="5143500" type="screen16x9"/>
  <p:notesSz cx="6735763" cy="9866313"/>
  <p:defaultTextStyle>
    <a:defPPr>
      <a:defRPr lang="ja-JP"/>
    </a:defPPr>
    <a:lvl1pPr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1pPr>
    <a:lvl2pPr marL="4572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2pPr>
    <a:lvl3pPr marL="9144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3pPr>
    <a:lvl4pPr marL="13716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4pPr>
    <a:lvl5pPr marL="1828800" algn="l" rtl="0" fontAlgn="base">
      <a:lnSpc>
        <a:spcPct val="90000"/>
      </a:lnSpc>
      <a:spcBef>
        <a:spcPct val="0"/>
      </a:spcBef>
      <a:spcAft>
        <a:spcPct val="0"/>
      </a:spcAft>
      <a:defRPr kumimoji="1" sz="2600" kern="1200">
        <a:solidFill>
          <a:schemeClr val="tx2"/>
        </a:solidFill>
        <a:latin typeface="HGPｺﾞｼｯｸE" pitchFamily="50" charset="-128"/>
        <a:ea typeface="HGPｺﾞｼｯｸE" pitchFamily="50" charset="-128"/>
        <a:cs typeface="+mn-cs"/>
      </a:defRPr>
    </a:lvl5pPr>
    <a:lvl6pPr marL="22860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6pPr>
    <a:lvl7pPr marL="27432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7pPr>
    <a:lvl8pPr marL="32004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8pPr>
    <a:lvl9pPr marL="3657600" algn="l" defTabSz="914400" rtl="0" eaLnBrk="1" latinLnBrk="0" hangingPunct="1">
      <a:defRPr kumimoji="1" sz="2600" kern="1200">
        <a:solidFill>
          <a:schemeClr val="tx2"/>
        </a:solidFill>
        <a:latin typeface="HGPｺﾞｼｯｸE" pitchFamily="50" charset="-128"/>
        <a:ea typeface="HGPｺﾞｼｯｸE" pitchFamily="50" charset="-128"/>
        <a:cs typeface="+mn-cs"/>
      </a:defRPr>
    </a:lvl9pPr>
  </p:defaultTextStyle>
  <p:extLst>
    <p:ext uri="{521415D9-36F7-43E2-AB2F-B90AF26B5E84}">
      <p14:sectionLst xmlns:p14="http://schemas.microsoft.com/office/powerpoint/2010/main">
        <p14:section name="既定のセクション" id="{482D1312-E0FF-475D-A4AD-DD07EFE96E49}">
          <p14:sldIdLst>
            <p14:sldId id="268"/>
            <p14:sldId id="267"/>
          </p14:sldIdLst>
        </p14:section>
      </p14:sectionLst>
    </p:ext>
    <p:ext uri="{EFAFB233-063F-42B5-8137-9DF3F51BA10A}">
      <p15:sldGuideLst xmlns:p15="http://schemas.microsoft.com/office/powerpoint/2012/main">
        <p15:guide id="1" orient="horz" pos="1620">
          <p15:clr>
            <a:srgbClr val="A4A3A4"/>
          </p15:clr>
        </p15:guide>
        <p15:guide id="2" pos="2879">
          <p15:clr>
            <a:srgbClr val="A4A3A4"/>
          </p15:clr>
        </p15:guide>
      </p15:sldGuideLst>
    </p:ext>
    <p:ext uri="{2D200454-40CA-4A62-9FC3-DE9A4176ACB9}">
      <p15:notesGuideLst xmlns:p15="http://schemas.microsoft.com/office/powerpoint/2012/main">
        <p15:guide id="1" orient="horz" pos="3107" userDrawn="1">
          <p15:clr>
            <a:srgbClr val="A4A3A4"/>
          </p15:clr>
        </p15:guide>
        <p15:guide id="2" pos="212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E98"/>
    <a:srgbClr val="0246FF"/>
    <a:srgbClr val="4F8BC2"/>
    <a:srgbClr val="D0D8E8"/>
    <a:srgbClr val="1B9DFF"/>
    <a:srgbClr val="C0AFF5"/>
    <a:srgbClr val="FF66FF"/>
    <a:srgbClr val="CE3256"/>
    <a:srgbClr val="FFFFFF"/>
    <a:srgbClr val="BB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F27564-8861-48D0-BC5F-9D313413F3CE}" v="14" dt="2025-01-15T02:54:06.011"/>
  </p1510:revLst>
</p1510:revInfo>
</file>

<file path=ppt/tableStyles.xml><?xml version="1.0" encoding="utf-8"?>
<a:tblStyleLst xmlns:a="http://schemas.openxmlformats.org/drawingml/2006/main" def="{5C22544A-7EE6-4342-B048-85BDC9FD1C3A}">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641" autoAdjust="0"/>
    <p:restoredTop sz="94660"/>
  </p:normalViewPr>
  <p:slideViewPr>
    <p:cSldViewPr snapToGrid="0">
      <p:cViewPr varScale="1">
        <p:scale>
          <a:sx n="63" d="100"/>
          <a:sy n="63" d="100"/>
        </p:scale>
        <p:origin x="1692" y="272"/>
      </p:cViewPr>
      <p:guideLst>
        <p:guide orient="horz" pos="1620"/>
        <p:guide pos="2879"/>
      </p:guideLst>
    </p:cSldViewPr>
  </p:slideViewPr>
  <p:notesTextViewPr>
    <p:cViewPr>
      <p:scale>
        <a:sx n="1" d="1"/>
        <a:sy n="1" d="1"/>
      </p:scale>
      <p:origin x="0" y="0"/>
    </p:cViewPr>
  </p:notesTextViewPr>
  <p:notesViewPr>
    <p:cSldViewPr snapToGrid="0">
      <p:cViewPr>
        <p:scale>
          <a:sx n="1" d="2"/>
          <a:sy n="1" d="2"/>
        </p:scale>
        <p:origin x="0" y="0"/>
      </p:cViewPr>
      <p:guideLst>
        <p:guide orient="horz" pos="3107"/>
        <p:guide pos="2121"/>
      </p:guideLst>
    </p:cSldViewPr>
  </p:notesViewPr>
  <p:gridSpacing cx="76200" cy="76200"/>
</p:viewPr>
</file>

<file path=ppt/_rels/presentation.xml.rels><?xml version="1.0" encoding="utf-8" standalone="yes"?><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須山綾音 / Suyama，Ayane" userId="55581ef9-2027-4a32-8d04-0839b42ef8ec" providerId="ADAL" clId="{20584473-6A68-4DEB-B420-91EEA0E42042}"/>
    <pc:docChg chg="modSld">
      <pc:chgData name="須山綾音 / Suyama，Ayane" userId="55581ef9-2027-4a32-8d04-0839b42ef8ec" providerId="ADAL" clId="{20584473-6A68-4DEB-B420-91EEA0E42042}" dt="2024-12-18T07:49:37.728" v="1" actId="1076"/>
      <pc:docMkLst>
        <pc:docMk/>
      </pc:docMkLst>
      <pc:sldChg chg="modSp mod">
        <pc:chgData name="須山綾音 / Suyama，Ayane" userId="55581ef9-2027-4a32-8d04-0839b42ef8ec" providerId="ADAL" clId="{20584473-6A68-4DEB-B420-91EEA0E42042}" dt="2024-12-18T07:49:37.728" v="1" actId="1076"/>
        <pc:sldMkLst>
          <pc:docMk/>
          <pc:sldMk cId="1407172683" sldId="267"/>
        </pc:sldMkLst>
        <pc:graphicFrameChg chg="mod modGraphic">
          <ac:chgData name="須山綾音 / Suyama，Ayane" userId="55581ef9-2027-4a32-8d04-0839b42ef8ec" providerId="ADAL" clId="{20584473-6A68-4DEB-B420-91EEA0E42042}" dt="2024-12-18T07:49:37.728" v="1" actId="1076"/>
          <ac:graphicFrameMkLst>
            <pc:docMk/>
            <pc:sldMk cId="1407172683" sldId="267"/>
            <ac:graphicFrameMk id="3" creationId="{5F5F0DB0-E5E5-4372-98DC-2525DEC484D1}"/>
          </ac:graphicFrameMkLst>
        </pc:graphicFrameChg>
      </pc:sldChg>
    </pc:docChg>
  </pc:docChgLst>
  <pc:docChgLst>
    <pc:chgData name="須山綾音 / Suyama，Ayane" userId="55581ef9-2027-4a32-8d04-0839b42ef8ec" providerId="ADAL" clId="{39DF5AA3-300A-4EE3-90D1-B14477C97E20}"/>
    <pc:docChg chg="undo custSel modSld">
      <pc:chgData name="須山綾音 / Suyama，Ayane" userId="55581ef9-2027-4a32-8d04-0839b42ef8ec" providerId="ADAL" clId="{39DF5AA3-300A-4EE3-90D1-B14477C97E20}" dt="2024-12-18T07:32:17.711" v="580" actId="20577"/>
      <pc:docMkLst>
        <pc:docMk/>
      </pc:docMkLst>
      <pc:sldChg chg="modSp mod">
        <pc:chgData name="須山綾音 / Suyama，Ayane" userId="55581ef9-2027-4a32-8d04-0839b42ef8ec" providerId="ADAL" clId="{39DF5AA3-300A-4EE3-90D1-B14477C97E20}" dt="2024-12-18T07:32:17.711" v="580" actId="20577"/>
        <pc:sldMkLst>
          <pc:docMk/>
          <pc:sldMk cId="1407172683" sldId="267"/>
        </pc:sldMkLst>
        <pc:graphicFrameChg chg="mod modGraphic">
          <ac:chgData name="須山綾音 / Suyama，Ayane" userId="55581ef9-2027-4a32-8d04-0839b42ef8ec" providerId="ADAL" clId="{39DF5AA3-300A-4EE3-90D1-B14477C97E20}" dt="2024-12-18T07:32:17.711" v="580" actId="20577"/>
          <ac:graphicFrameMkLst>
            <pc:docMk/>
            <pc:sldMk cId="1407172683" sldId="267"/>
            <ac:graphicFrameMk id="3" creationId="{5F5F0DB0-E5E5-4372-98DC-2525DEC484D1}"/>
          </ac:graphicFrameMkLst>
        </pc:graphicFrameChg>
      </pc:sldChg>
    </pc:docChg>
  </pc:docChgLst>
  <pc:docChgLst>
    <pc:chgData name="吹本雄一 / Fukimoto，Yuichi" userId="7e95d929-8a4a-4845-bae3-95bdf6c9da56" providerId="ADAL" clId="{5A7B4683-49EA-4E57-AC90-106012CDD42A}"/>
    <pc:docChg chg="custSel modSld">
      <pc:chgData name="吹本雄一 / Fukimoto，Yuichi" userId="7e95d929-8a4a-4845-bae3-95bdf6c9da56" providerId="ADAL" clId="{5A7B4683-49EA-4E57-AC90-106012CDD42A}" dt="2024-12-04T00:04:28.003" v="3" actId="207"/>
      <pc:docMkLst>
        <pc:docMk/>
      </pc:docMkLst>
      <pc:sldChg chg="modSp mod">
        <pc:chgData name="吹本雄一 / Fukimoto，Yuichi" userId="7e95d929-8a4a-4845-bae3-95bdf6c9da56" providerId="ADAL" clId="{5A7B4683-49EA-4E57-AC90-106012CDD42A}" dt="2024-12-04T00:04:28.003" v="3" actId="207"/>
        <pc:sldMkLst>
          <pc:docMk/>
          <pc:sldMk cId="1407172683" sldId="267"/>
        </pc:sldMkLst>
        <pc:graphicFrameChg chg="mod modGraphic">
          <ac:chgData name="吹本雄一 / Fukimoto，Yuichi" userId="7e95d929-8a4a-4845-bae3-95bdf6c9da56" providerId="ADAL" clId="{5A7B4683-49EA-4E57-AC90-106012CDD42A}" dt="2024-12-04T00:04:28.003" v="3" actId="207"/>
          <ac:graphicFrameMkLst>
            <pc:docMk/>
            <pc:sldMk cId="1407172683" sldId="267"/>
            <ac:graphicFrameMk id="3" creationId="{5F5F0DB0-E5E5-4372-98DC-2525DEC484D1}"/>
          </ac:graphicFrameMkLst>
        </pc:graphicFrameChg>
      </pc:sldChg>
    </pc:docChg>
  </pc:docChgLst>
  <pc:docChgLst>
    <pc:chgData name="須山綾音 / Suyama，Ayane" userId="55581ef9-2027-4a32-8d04-0839b42ef8ec" providerId="ADAL" clId="{2DF27564-8861-48D0-BC5F-9D313413F3CE}"/>
    <pc:docChg chg="addSld delSld modSld modSection">
      <pc:chgData name="須山綾音 / Suyama，Ayane" userId="55581ef9-2027-4a32-8d04-0839b42ef8ec" providerId="ADAL" clId="{2DF27564-8861-48D0-BC5F-9D313413F3CE}" dt="2025-01-15T02:56:35.337" v="785" actId="20577"/>
      <pc:docMkLst>
        <pc:docMk/>
      </pc:docMkLst>
      <pc:sldChg chg="modSp mod">
        <pc:chgData name="須山綾音 / Suyama，Ayane" userId="55581ef9-2027-4a32-8d04-0839b42ef8ec" providerId="ADAL" clId="{2DF27564-8861-48D0-BC5F-9D313413F3CE}" dt="2025-01-15T02:56:35.337" v="785" actId="20577"/>
        <pc:sldMkLst>
          <pc:docMk/>
          <pc:sldMk cId="1407172683" sldId="267"/>
        </pc:sldMkLst>
        <pc:graphicFrameChg chg="mod modGraphic">
          <ac:chgData name="須山綾音 / Suyama，Ayane" userId="55581ef9-2027-4a32-8d04-0839b42ef8ec" providerId="ADAL" clId="{2DF27564-8861-48D0-BC5F-9D313413F3CE}" dt="2025-01-15T02:56:35.337" v="785" actId="20577"/>
          <ac:graphicFrameMkLst>
            <pc:docMk/>
            <pc:sldMk cId="1407172683" sldId="267"/>
            <ac:graphicFrameMk id="3" creationId="{5F5F0DB0-E5E5-4372-98DC-2525DEC484D1}"/>
          </ac:graphicFrameMkLst>
        </pc:graphicFrameChg>
      </pc:sldChg>
      <pc:sldChg chg="modSp add del mod">
        <pc:chgData name="須山綾音 / Suyama，Ayane" userId="55581ef9-2027-4a32-8d04-0839b42ef8ec" providerId="ADAL" clId="{2DF27564-8861-48D0-BC5F-9D313413F3CE}" dt="2025-01-15T02:54:19.221" v="781" actId="47"/>
        <pc:sldMkLst>
          <pc:docMk/>
          <pc:sldMk cId="1746673058" sldId="269"/>
        </pc:sldMkLst>
        <pc:spChg chg="mod">
          <ac:chgData name="須山綾音 / Suyama，Ayane" userId="55581ef9-2027-4a32-8d04-0839b42ef8ec" providerId="ADAL" clId="{2DF27564-8861-48D0-BC5F-9D313413F3CE}" dt="2025-01-15T02:48:16.172" v="610" actId="20577"/>
          <ac:spMkLst>
            <pc:docMk/>
            <pc:sldMk cId="1746673058" sldId="269"/>
            <ac:spMk id="2" creationId="{0437EA89-6399-4C99-0AA5-260A043FBDD8}"/>
          </ac:spMkLst>
        </pc:spChg>
        <pc:graphicFrameChg chg="mod modGraphic">
          <ac:chgData name="須山綾音 / Suyama，Ayane" userId="55581ef9-2027-4a32-8d04-0839b42ef8ec" providerId="ADAL" clId="{2DF27564-8861-48D0-BC5F-9D313413F3CE}" dt="2025-01-15T02:49:55.954" v="707" actId="1076"/>
          <ac:graphicFrameMkLst>
            <pc:docMk/>
            <pc:sldMk cId="1746673058" sldId="269"/>
            <ac:graphicFrameMk id="3" creationId="{4F585709-A95C-4016-D850-6A1A504B8858}"/>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1026"/>
          <p:cNvSpPr>
            <a:spLocks noGrp="1" noChangeArrowheads="1"/>
          </p:cNvSpPr>
          <p:nvPr>
            <p:ph type="hdr" sz="quarter"/>
          </p:nvPr>
        </p:nvSpPr>
        <p:spPr bwMode="auto">
          <a:xfrm>
            <a:off x="3"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5" name="Rectangle 1027"/>
          <p:cNvSpPr>
            <a:spLocks noGrp="1" noChangeArrowheads="1"/>
          </p:cNvSpPr>
          <p:nvPr>
            <p:ph type="dt" sz="quarter" idx="1"/>
          </p:nvPr>
        </p:nvSpPr>
        <p:spPr bwMode="auto">
          <a:xfrm>
            <a:off x="3817571"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33796" name="Rectangle 1028"/>
          <p:cNvSpPr>
            <a:spLocks noGrp="1" noChangeArrowheads="1"/>
          </p:cNvSpPr>
          <p:nvPr>
            <p:ph type="ftr" sz="quarter" idx="2"/>
          </p:nvPr>
        </p:nvSpPr>
        <p:spPr bwMode="auto">
          <a:xfrm>
            <a:off x="3"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33797" name="Rectangle 1029"/>
          <p:cNvSpPr>
            <a:spLocks noGrp="1" noChangeArrowheads="1"/>
          </p:cNvSpPr>
          <p:nvPr>
            <p:ph type="sldNum" sz="quarter" idx="3"/>
          </p:nvPr>
        </p:nvSpPr>
        <p:spPr bwMode="auto">
          <a:xfrm>
            <a:off x="3817571"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97EB0BD7-0D1B-461F-96D2-458D4659D7B9}" type="slidenum">
              <a:rPr lang="en-US" altLang="ja-JP"/>
              <a:pPr/>
              <a:t>‹#›</a:t>
            </a:fld>
            <a:endParaRPr lang="en-US" altLang="ja-JP"/>
          </a:p>
        </p:txBody>
      </p:sp>
    </p:spTree>
    <p:extLst>
      <p:ext uri="{BB962C8B-B14F-4D97-AF65-F5344CB8AC3E}">
        <p14:creationId xmlns:p14="http://schemas.microsoft.com/office/powerpoint/2010/main" val="22359584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1026"/>
          <p:cNvSpPr>
            <a:spLocks noGrp="1" noChangeArrowheads="1"/>
          </p:cNvSpPr>
          <p:nvPr>
            <p:ph type="hdr" sz="quarter"/>
          </p:nvPr>
        </p:nvSpPr>
        <p:spPr bwMode="auto">
          <a:xfrm>
            <a:off x="3"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3" name="Rectangle 1027"/>
          <p:cNvSpPr>
            <a:spLocks noGrp="1" noChangeArrowheads="1"/>
          </p:cNvSpPr>
          <p:nvPr>
            <p:ph type="dt" idx="1"/>
          </p:nvPr>
        </p:nvSpPr>
        <p:spPr bwMode="auto">
          <a:xfrm>
            <a:off x="3817571" y="0"/>
            <a:ext cx="2918193" cy="493628"/>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endParaRPr lang="en-US" altLang="ja-JP"/>
          </a:p>
        </p:txBody>
      </p:sp>
      <p:sp>
        <p:nvSpPr>
          <p:cNvPr id="25604" name="Rectangle 1028"/>
          <p:cNvSpPr>
            <a:spLocks noGrp="1" noRot="1" noChangeAspect="1" noChangeArrowheads="1" noTextEdit="1"/>
          </p:cNvSpPr>
          <p:nvPr>
            <p:ph type="sldImg" idx="2"/>
          </p:nvPr>
        </p:nvSpPr>
        <p:spPr bwMode="auto">
          <a:xfrm>
            <a:off x="79375" y="739775"/>
            <a:ext cx="6577013" cy="3700463"/>
          </a:xfrm>
          <a:prstGeom prst="rect">
            <a:avLst/>
          </a:prstGeom>
          <a:noFill/>
          <a:ln w="9525">
            <a:solidFill>
              <a:srgbClr val="000000"/>
            </a:solidFill>
            <a:miter lim="800000"/>
            <a:headEnd/>
            <a:tailEnd/>
          </a:ln>
          <a:effectLst/>
        </p:spPr>
      </p:sp>
      <p:sp>
        <p:nvSpPr>
          <p:cNvPr id="25605" name="Rectangle 1029"/>
          <p:cNvSpPr>
            <a:spLocks noGrp="1" noChangeArrowheads="1"/>
          </p:cNvSpPr>
          <p:nvPr>
            <p:ph type="body" sz="quarter" idx="3"/>
          </p:nvPr>
        </p:nvSpPr>
        <p:spPr bwMode="auto">
          <a:xfrm>
            <a:off x="897788" y="4687125"/>
            <a:ext cx="4940198" cy="4439530"/>
          </a:xfrm>
          <a:prstGeom prst="rect">
            <a:avLst/>
          </a:prstGeom>
          <a:noFill/>
          <a:ln w="9525">
            <a:noFill/>
            <a:miter lim="800000"/>
            <a:headEnd/>
            <a:tailEnd/>
          </a:ln>
          <a:effectLst/>
        </p:spPr>
        <p:txBody>
          <a:bodyPr vert="horz" wrap="square" lIns="90726" tIns="45364" rIns="90726" bIns="45364"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5606" name="Rectangle 1030"/>
          <p:cNvSpPr>
            <a:spLocks noGrp="1" noChangeArrowheads="1"/>
          </p:cNvSpPr>
          <p:nvPr>
            <p:ph type="ftr" sz="quarter" idx="4"/>
          </p:nvPr>
        </p:nvSpPr>
        <p:spPr bwMode="auto">
          <a:xfrm>
            <a:off x="3"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nSpc>
                <a:spcPct val="100000"/>
              </a:lnSpc>
              <a:defRPr sz="1200">
                <a:solidFill>
                  <a:schemeClr val="tx1"/>
                </a:solidFill>
                <a:latin typeface="Times New Roman" charset="0"/>
                <a:ea typeface="ＭＳ Ｐゴシック" charset="-128"/>
              </a:defRPr>
            </a:lvl1pPr>
          </a:lstStyle>
          <a:p>
            <a:endParaRPr lang="en-US" altLang="ja-JP"/>
          </a:p>
        </p:txBody>
      </p:sp>
      <p:sp>
        <p:nvSpPr>
          <p:cNvPr id="25607" name="Rectangle 1031"/>
          <p:cNvSpPr>
            <a:spLocks noGrp="1" noChangeArrowheads="1"/>
          </p:cNvSpPr>
          <p:nvPr>
            <p:ph type="sldNum" sz="quarter" idx="5"/>
          </p:nvPr>
        </p:nvSpPr>
        <p:spPr bwMode="auto">
          <a:xfrm>
            <a:off x="3817571" y="9372687"/>
            <a:ext cx="2918193" cy="493626"/>
          </a:xfrm>
          <a:prstGeom prst="rect">
            <a:avLst/>
          </a:prstGeom>
          <a:noFill/>
          <a:ln w="9525">
            <a:noFill/>
            <a:miter lim="800000"/>
            <a:headEnd/>
            <a:tailEnd/>
          </a:ln>
          <a:effectLst/>
        </p:spPr>
        <p:txBody>
          <a:bodyPr vert="horz" wrap="square" lIns="90726" tIns="45364" rIns="90726" bIns="45364" numCol="1" anchor="b" anchorCtr="0" compatLnSpc="1">
            <a:prstTxWarp prst="textNoShape">
              <a:avLst/>
            </a:prstTxWarp>
          </a:bodyPr>
          <a:lstStyle>
            <a:lvl1pPr algn="r">
              <a:lnSpc>
                <a:spcPct val="100000"/>
              </a:lnSpc>
              <a:defRPr sz="1200">
                <a:solidFill>
                  <a:schemeClr val="tx1"/>
                </a:solidFill>
                <a:latin typeface="Times New Roman" charset="0"/>
                <a:ea typeface="ＭＳ Ｐゴシック" charset="-128"/>
              </a:defRPr>
            </a:lvl1pPr>
          </a:lstStyle>
          <a:p>
            <a:fld id="{8AF01994-2739-4319-8C13-74EB71056E38}" type="slidenum">
              <a:rPr lang="en-US" altLang="ja-JP"/>
              <a:pPr/>
              <a:t>‹#›</a:t>
            </a:fld>
            <a:endParaRPr lang="en-US" altLang="ja-JP"/>
          </a:p>
        </p:txBody>
      </p:sp>
    </p:spTree>
    <p:extLst>
      <p:ext uri="{BB962C8B-B14F-4D97-AF65-F5344CB8AC3E}">
        <p14:creationId xmlns:p14="http://schemas.microsoft.com/office/powerpoint/2010/main" val="131360167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charset="0"/>
        <a:ea typeface="ＭＳ Ｐ明朝" charset="-128"/>
        <a:cs typeface="+mn-cs"/>
      </a:defRPr>
    </a:lvl1pPr>
    <a:lvl2pPr marL="457200" algn="l" rtl="0" fontAlgn="base">
      <a:spcBef>
        <a:spcPct val="30000"/>
      </a:spcBef>
      <a:spcAft>
        <a:spcPct val="0"/>
      </a:spcAft>
      <a:defRPr kumimoji="1" sz="1200" kern="1200">
        <a:solidFill>
          <a:schemeClr val="tx1"/>
        </a:solidFill>
        <a:latin typeface="Times New Roman" charset="0"/>
        <a:ea typeface="ＭＳ Ｐ明朝" charset="-128"/>
        <a:cs typeface="+mn-cs"/>
      </a:defRPr>
    </a:lvl2pPr>
    <a:lvl3pPr marL="914400" algn="l" rtl="0" fontAlgn="base">
      <a:spcBef>
        <a:spcPct val="30000"/>
      </a:spcBef>
      <a:spcAft>
        <a:spcPct val="0"/>
      </a:spcAft>
      <a:defRPr kumimoji="1" sz="1200" kern="1200">
        <a:solidFill>
          <a:schemeClr val="tx1"/>
        </a:solidFill>
        <a:latin typeface="Times New Roman" charset="0"/>
        <a:ea typeface="ＭＳ Ｐ明朝" charset="-128"/>
        <a:cs typeface="+mn-cs"/>
      </a:defRPr>
    </a:lvl3pPr>
    <a:lvl4pPr marL="1371600" algn="l" rtl="0" fontAlgn="base">
      <a:spcBef>
        <a:spcPct val="30000"/>
      </a:spcBef>
      <a:spcAft>
        <a:spcPct val="0"/>
      </a:spcAft>
      <a:defRPr kumimoji="1" sz="1200" kern="1200">
        <a:solidFill>
          <a:schemeClr val="tx1"/>
        </a:solidFill>
        <a:latin typeface="Times New Roman" charset="0"/>
        <a:ea typeface="ＭＳ Ｐ明朝" charset="-128"/>
        <a:cs typeface="+mn-cs"/>
      </a:defRPr>
    </a:lvl4pPr>
    <a:lvl5pPr marL="1828800" algn="l" rtl="0" fontAlgn="base">
      <a:spcBef>
        <a:spcPct val="30000"/>
      </a:spcBef>
      <a:spcAft>
        <a:spcPct val="0"/>
      </a:spcAft>
      <a:defRPr kumimoji="1" sz="1200" kern="1200">
        <a:solidFill>
          <a:schemeClr val="tx1"/>
        </a:solidFill>
        <a:latin typeface="Times New Roman"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b="1">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690160" cy="369332"/>
          </a:xfrm>
          <a:prstGeom prst="rect">
            <a:avLst/>
          </a:prstGeom>
        </p:spPr>
        <p:txBody>
          <a:bodyPr wrap="none">
            <a:spAutoFit/>
          </a:bodyPr>
          <a:lstStyle>
            <a:lvl1pPr>
              <a:buNone/>
              <a:defRPr sz="1800" b="1">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pic>
        <p:nvPicPr>
          <p:cNvPr id="41" name="図 40"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1189347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6_タイトルのみ">
    <p:spTree>
      <p:nvGrpSpPr>
        <p:cNvPr id="1" name=""/>
        <p:cNvGrpSpPr/>
        <p:nvPr/>
      </p:nvGrpSpPr>
      <p:grpSpPr>
        <a:xfrm>
          <a:off x="0" y="0"/>
          <a:ext cx="0" cy="0"/>
          <a:chOff x="0" y="0"/>
          <a:chExt cx="0" cy="0"/>
        </a:xfrm>
      </p:grpSpPr>
      <p:grpSp>
        <p:nvGrpSpPr>
          <p:cNvPr id="34" name="グループ化 33"/>
          <p:cNvGrpSpPr/>
          <p:nvPr userDrawn="1"/>
        </p:nvGrpSpPr>
        <p:grpSpPr>
          <a:xfrm>
            <a:off x="312580" y="2039030"/>
            <a:ext cx="8518840" cy="89695"/>
            <a:chOff x="312580" y="2039028"/>
            <a:chExt cx="8518840" cy="108791"/>
          </a:xfrm>
        </p:grpSpPr>
        <p:grpSp>
          <p:nvGrpSpPr>
            <p:cNvPr id="252" name="グループ化 251"/>
            <p:cNvGrpSpPr/>
            <p:nvPr userDrawn="1"/>
          </p:nvGrpSpPr>
          <p:grpSpPr>
            <a:xfrm>
              <a:off x="312580" y="2039028"/>
              <a:ext cx="8518840" cy="108791"/>
              <a:chOff x="312740" y="2039028"/>
              <a:chExt cx="8518840" cy="108791"/>
            </a:xfrm>
          </p:grpSpPr>
          <p:sp>
            <p:nvSpPr>
              <p:cNvPr id="243" name="正方形/長方形 11"/>
              <p:cNvSpPr>
                <a:spLocks noChangeArrowheads="1"/>
              </p:cNvSpPr>
              <p:nvPr/>
            </p:nvSpPr>
            <p:spPr bwMode="auto">
              <a:xfrm>
                <a:off x="312740" y="2039028"/>
                <a:ext cx="8518840" cy="108791"/>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sp>
            <p:nvSpPr>
              <p:cNvPr id="244" name="正方形/長方形 243"/>
              <p:cNvSpPr/>
              <p:nvPr/>
            </p:nvSpPr>
            <p:spPr bwMode="auto">
              <a:xfrm>
                <a:off x="312740" y="2039028"/>
                <a:ext cx="1753373" cy="108791"/>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grpSp>
        <p:sp>
          <p:nvSpPr>
            <p:cNvPr id="245" name="正方形/長方形 244"/>
            <p:cNvSpPr/>
            <p:nvPr/>
          </p:nvSpPr>
          <p:spPr bwMode="auto">
            <a:xfrm>
              <a:off x="312740" y="2039028"/>
              <a:ext cx="877393" cy="108791"/>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2" name="スライド番号プレースホルダ 2"/>
          <p:cNvSpPr>
            <a:spLocks noGrp="1"/>
          </p:cNvSpPr>
          <p:nvPr>
            <p:ph type="sldNum" sz="quarter" idx="10"/>
          </p:nvPr>
        </p:nvSpPr>
        <p:spPr>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p:ph type="title"/>
          </p:nvPr>
        </p:nvSpPr>
        <p:spPr>
          <a:xfrm>
            <a:off x="2190367" y="2335281"/>
            <a:ext cx="3534942" cy="461665"/>
          </a:xfrm>
          <a:prstGeom prst="rect">
            <a:avLst/>
          </a:prstGeom>
        </p:spPr>
        <p:txBody>
          <a:bodyPr wrap="none">
            <a:spAutoFit/>
          </a:bodyPr>
          <a:lstStyle>
            <a:lvl1pPr>
              <a:lnSpc>
                <a:spcPct val="100000"/>
              </a:lnSpc>
              <a:defRPr sz="2400" b="1">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p:ph type="body" sz="quarter" idx="11"/>
          </p:nvPr>
        </p:nvSpPr>
        <p:spPr>
          <a:xfrm>
            <a:off x="2190370" y="2742133"/>
            <a:ext cx="2690160" cy="369332"/>
          </a:xfrm>
          <a:prstGeom prst="rect">
            <a:avLst/>
          </a:prstGeom>
        </p:spPr>
        <p:txBody>
          <a:bodyPr wrap="none">
            <a:spAutoFit/>
          </a:bodyPr>
          <a:lstStyle>
            <a:lvl1pPr>
              <a:buNone/>
              <a:defRPr sz="1800" b="1"/>
            </a:lvl1pPr>
          </a:lstStyle>
          <a:p>
            <a:pPr lvl="0"/>
            <a:r>
              <a:rPr kumimoji="1" lang="ja-JP" altLang="en-US"/>
              <a:t>マスタ テキストの書式設定</a:t>
            </a:r>
          </a:p>
        </p:txBody>
      </p:sp>
      <p:grpSp>
        <p:nvGrpSpPr>
          <p:cNvPr id="194" name="グループ化 193"/>
          <p:cNvGrpSpPr>
            <a:grpSpLocks noChangeAspect="1"/>
          </p:cNvGrpSpPr>
          <p:nvPr userDrawn="1"/>
        </p:nvGrpSpPr>
        <p:grpSpPr>
          <a:xfrm>
            <a:off x="6848840" y="402726"/>
            <a:ext cx="1764681" cy="507223"/>
            <a:chOff x="6642100" y="547566"/>
            <a:chExt cx="1982788" cy="569913"/>
          </a:xfrm>
        </p:grpSpPr>
        <p:sp>
          <p:nvSpPr>
            <p:cNvPr id="195" name="Freeform 5"/>
            <p:cNvSpPr>
              <a:spLocks/>
            </p:cNvSpPr>
            <p:nvPr/>
          </p:nvSpPr>
          <p:spPr bwMode="auto">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6" name="Freeform 7"/>
            <p:cNvSpPr>
              <a:spLocks/>
            </p:cNvSpPr>
            <p:nvPr/>
          </p:nvSpPr>
          <p:spPr bwMode="auto">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7" name="Freeform 9"/>
            <p:cNvSpPr>
              <a:spLocks noEditPoints="1"/>
            </p:cNvSpPr>
            <p:nvPr/>
          </p:nvSpPr>
          <p:spPr bwMode="auto">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8" name="Rectangle 12"/>
            <p:cNvSpPr>
              <a:spLocks noChangeArrowheads="1"/>
            </p:cNvSpPr>
            <p:nvPr/>
          </p:nvSpPr>
          <p:spPr bwMode="auto">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199" name="Freeform 13"/>
            <p:cNvSpPr>
              <a:spLocks/>
            </p:cNvSpPr>
            <p:nvPr/>
          </p:nvSpPr>
          <p:spPr bwMode="auto">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0" name="Rectangle 15"/>
            <p:cNvSpPr>
              <a:spLocks noChangeArrowheads="1"/>
            </p:cNvSpPr>
            <p:nvPr/>
          </p:nvSpPr>
          <p:spPr bwMode="auto">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1" name="Freeform 16"/>
            <p:cNvSpPr>
              <a:spLocks/>
            </p:cNvSpPr>
            <p:nvPr/>
          </p:nvSpPr>
          <p:spPr bwMode="auto">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2" name="Freeform 18"/>
            <p:cNvSpPr>
              <a:spLocks/>
            </p:cNvSpPr>
            <p:nvPr/>
          </p:nvSpPr>
          <p:spPr bwMode="auto">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3" name="Freeform 20"/>
            <p:cNvSpPr>
              <a:spLocks/>
            </p:cNvSpPr>
            <p:nvPr/>
          </p:nvSpPr>
          <p:spPr bwMode="auto">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4" name="Freeform 22"/>
            <p:cNvSpPr>
              <a:spLocks/>
            </p:cNvSpPr>
            <p:nvPr/>
          </p:nvSpPr>
          <p:spPr bwMode="auto">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5" name="Freeform 24"/>
            <p:cNvSpPr>
              <a:spLocks noEditPoints="1"/>
            </p:cNvSpPr>
            <p:nvPr/>
          </p:nvSpPr>
          <p:spPr bwMode="auto">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6" name="Freeform 27"/>
            <p:cNvSpPr>
              <a:spLocks/>
            </p:cNvSpPr>
            <p:nvPr/>
          </p:nvSpPr>
          <p:spPr bwMode="auto">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7" name="Freeform 29"/>
            <p:cNvSpPr>
              <a:spLocks/>
            </p:cNvSpPr>
            <p:nvPr/>
          </p:nvSpPr>
          <p:spPr bwMode="auto">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8" name="Freeform 31"/>
            <p:cNvSpPr>
              <a:spLocks/>
            </p:cNvSpPr>
            <p:nvPr/>
          </p:nvSpPr>
          <p:spPr bwMode="auto">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09" name="Freeform 33"/>
            <p:cNvSpPr>
              <a:spLocks noEditPoints="1"/>
            </p:cNvSpPr>
            <p:nvPr/>
          </p:nvSpPr>
          <p:spPr bwMode="auto">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0" name="Freeform 36"/>
            <p:cNvSpPr>
              <a:spLocks/>
            </p:cNvSpPr>
            <p:nvPr/>
          </p:nvSpPr>
          <p:spPr bwMode="auto">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1" name="Freeform 38"/>
            <p:cNvSpPr>
              <a:spLocks noEditPoints="1"/>
            </p:cNvSpPr>
            <p:nvPr/>
          </p:nvSpPr>
          <p:spPr bwMode="auto">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2" name="Freeform 41"/>
            <p:cNvSpPr>
              <a:spLocks/>
            </p:cNvSpPr>
            <p:nvPr/>
          </p:nvSpPr>
          <p:spPr bwMode="auto">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3" name="Freeform 43"/>
            <p:cNvSpPr>
              <a:spLocks/>
            </p:cNvSpPr>
            <p:nvPr/>
          </p:nvSpPr>
          <p:spPr bwMode="auto">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4" name="Freeform 45"/>
            <p:cNvSpPr>
              <a:spLocks noEditPoints="1"/>
            </p:cNvSpPr>
            <p:nvPr/>
          </p:nvSpPr>
          <p:spPr bwMode="auto">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5" name="Freeform 48"/>
            <p:cNvSpPr>
              <a:spLocks/>
            </p:cNvSpPr>
            <p:nvPr/>
          </p:nvSpPr>
          <p:spPr bwMode="auto">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6" name="Freeform 50"/>
            <p:cNvSpPr>
              <a:spLocks/>
            </p:cNvSpPr>
            <p:nvPr/>
          </p:nvSpPr>
          <p:spPr bwMode="auto">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217" name="Freeform 52"/>
            <p:cNvSpPr>
              <a:spLocks/>
            </p:cNvSpPr>
            <p:nvPr/>
          </p:nvSpPr>
          <p:spPr bwMode="auto">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sp>
        <p:nvSpPr>
          <p:cNvPr id="52" name="Text Box 13"/>
          <p:cNvSpPr txBox="1">
            <a:spLocks noChangeArrowheads="1"/>
          </p:cNvSpPr>
          <p:nvPr userDrawn="1"/>
        </p:nvSpPr>
        <p:spPr bwMode="auto">
          <a:xfrm>
            <a:off x="6530379" y="4949429"/>
            <a:ext cx="216277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7" name="Group 40">
            <a:extLst>
              <a:ext uri="{FF2B5EF4-FFF2-40B4-BE49-F238E27FC236}">
                <a16:creationId xmlns:a16="http://schemas.microsoft.com/office/drawing/2014/main" id="{875A0754-C1A2-BAD3-5E2A-7B270A709EF2}"/>
              </a:ext>
            </a:extLst>
          </p:cNvPr>
          <p:cNvGrpSpPr>
            <a:grpSpLocks/>
          </p:cNvGrpSpPr>
          <p:nvPr userDrawn="1"/>
        </p:nvGrpSpPr>
        <p:grpSpPr bwMode="auto">
          <a:xfrm>
            <a:off x="-12700" y="4771856"/>
            <a:ext cx="2025650" cy="381169"/>
            <a:chOff x="-8" y="4084"/>
            <a:chExt cx="1276" cy="244"/>
          </a:xfrm>
        </p:grpSpPr>
        <p:sp>
          <p:nvSpPr>
            <p:cNvPr id="8" name="Rectangle 115">
              <a:extLst>
                <a:ext uri="{FF2B5EF4-FFF2-40B4-BE49-F238E27FC236}">
                  <a16:creationId xmlns:a16="http://schemas.microsoft.com/office/drawing/2014/main" id="{B11E3B46-7A76-65CF-227B-C03D61EF3DF5}"/>
                </a:ext>
              </a:extLst>
            </p:cNvPr>
            <p:cNvSpPr>
              <a:spLocks noChangeArrowheads="1"/>
            </p:cNvSpPr>
            <p:nvPr userDrawn="1"/>
          </p:nvSpPr>
          <p:spPr bwMode="auto">
            <a:xfrm>
              <a:off x="-8" y="4084"/>
              <a:ext cx="240" cy="244"/>
            </a:xfrm>
            <a:prstGeom prst="rect">
              <a:avLst/>
            </a:prstGeom>
            <a:solidFill>
              <a:srgbClr val="58A618"/>
            </a:solidFill>
            <a:ln>
              <a:noFill/>
            </a:ln>
          </p:spPr>
          <p:txBody>
            <a:bodyPr wrap="none" anchor="ctr"/>
            <a:lstStyle/>
            <a:p>
              <a:pPr>
                <a:lnSpc>
                  <a:spcPct val="90000"/>
                </a:lnSpc>
                <a:defRPr/>
              </a:pPr>
              <a:endParaRPr lang="ja-JP" altLang="en-US" sz="1950"/>
            </a:p>
          </p:txBody>
        </p:sp>
        <p:sp>
          <p:nvSpPr>
            <p:cNvPr id="9" name="Rectangle 123">
              <a:extLst>
                <a:ext uri="{FF2B5EF4-FFF2-40B4-BE49-F238E27FC236}">
                  <a16:creationId xmlns:a16="http://schemas.microsoft.com/office/drawing/2014/main" id="{2426D3B0-6C09-A404-26A3-2F58CF0582B6}"/>
                </a:ext>
              </a:extLst>
            </p:cNvPr>
            <p:cNvSpPr>
              <a:spLocks noChangeArrowheads="1"/>
            </p:cNvSpPr>
            <p:nvPr userDrawn="1"/>
          </p:nvSpPr>
          <p:spPr bwMode="auto">
            <a:xfrm>
              <a:off x="232" y="4205"/>
              <a:ext cx="121" cy="123"/>
            </a:xfrm>
            <a:prstGeom prst="rect">
              <a:avLst/>
            </a:prstGeom>
            <a:solidFill>
              <a:srgbClr val="EAAB00"/>
            </a:solidFill>
            <a:ln>
              <a:noFill/>
            </a:ln>
          </p:spPr>
          <p:txBody>
            <a:bodyPr wrap="none" anchor="ctr"/>
            <a:lstStyle/>
            <a:p>
              <a:pPr>
                <a:lnSpc>
                  <a:spcPct val="90000"/>
                </a:lnSpc>
                <a:defRPr/>
              </a:pPr>
              <a:endParaRPr lang="ja-JP" altLang="en-US" sz="1950"/>
            </a:p>
          </p:txBody>
        </p:sp>
        <p:sp>
          <p:nvSpPr>
            <p:cNvPr id="10" name="Rectangle 124">
              <a:extLst>
                <a:ext uri="{FF2B5EF4-FFF2-40B4-BE49-F238E27FC236}">
                  <a16:creationId xmlns:a16="http://schemas.microsoft.com/office/drawing/2014/main" id="{D7AD80EC-1959-95F7-054E-74F93A1B72AD}"/>
                </a:ext>
              </a:extLst>
            </p:cNvPr>
            <p:cNvSpPr>
              <a:spLocks noChangeArrowheads="1"/>
            </p:cNvSpPr>
            <p:nvPr userDrawn="1"/>
          </p:nvSpPr>
          <p:spPr bwMode="auto">
            <a:xfrm>
              <a:off x="353" y="4084"/>
              <a:ext cx="121" cy="123"/>
            </a:xfrm>
            <a:prstGeom prst="rect">
              <a:avLst/>
            </a:prstGeom>
            <a:solidFill>
              <a:srgbClr val="0098C3"/>
            </a:solidFill>
            <a:ln>
              <a:noFill/>
            </a:ln>
          </p:spPr>
          <p:txBody>
            <a:bodyPr wrap="none" anchor="ctr"/>
            <a:lstStyle/>
            <a:p>
              <a:pPr>
                <a:lnSpc>
                  <a:spcPct val="90000"/>
                </a:lnSpc>
                <a:defRPr/>
              </a:pPr>
              <a:endParaRPr lang="ja-JP" altLang="en-US" sz="1950"/>
            </a:p>
          </p:txBody>
        </p:sp>
        <p:pic>
          <p:nvPicPr>
            <p:cNvPr id="11" name="Picture 39" descr="humanit">
              <a:extLst>
                <a:ext uri="{FF2B5EF4-FFF2-40B4-BE49-F238E27FC236}">
                  <a16:creationId xmlns:a16="http://schemas.microsoft.com/office/drawing/2014/main" id="{BEC21258-8C4A-239F-BAA6-91E4A59AAE3C}"/>
                </a:ext>
              </a:extLst>
            </p:cNvPr>
            <p:cNvPicPr>
              <a:picLocks noChangeAspect="1" noChangeArrowheads="1"/>
            </p:cNvPicPr>
            <p:nvPr userDrawn="1"/>
          </p:nvPicPr>
          <p:blipFill>
            <a:blip r:embed="rId2"/>
            <a:srcRect/>
            <a:stretch>
              <a:fillRect/>
            </a:stretch>
          </p:blipFill>
          <p:spPr bwMode="auto">
            <a:xfrm>
              <a:off x="564" y="4158"/>
              <a:ext cx="704" cy="96"/>
            </a:xfrm>
            <a:prstGeom prst="rect">
              <a:avLst/>
            </a:prstGeom>
            <a:noFill/>
            <a:ln w="9525">
              <a:noFill/>
              <a:miter lim="800000"/>
              <a:headEnd/>
              <a:tailEnd/>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4" name="図 43"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3518994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566739" y="2365096"/>
            <a:ext cx="3267241" cy="397032"/>
          </a:xfrm>
          <a:prstGeom prst="rect">
            <a:avLst/>
          </a:prstGeom>
        </p:spPr>
        <p:txBody>
          <a:bodyPr wrap="none">
            <a:spAutoFit/>
          </a:bodyPr>
          <a:lstStyle>
            <a:lvl1pPr>
              <a:defRPr sz="2200" b="1">
                <a:solidFill>
                  <a:schemeClr val="tx1"/>
                </a:solidFill>
                <a:latin typeface="+mj-ea"/>
                <a:ea typeface="+mj-ea"/>
              </a:defRPr>
            </a:lvl1pPr>
          </a:lstStyle>
          <a:p>
            <a:r>
              <a:rPr lang="ja-JP" altLang="en-US"/>
              <a:t>マスタ タイトルの書式設定</a:t>
            </a:r>
          </a:p>
        </p:txBody>
      </p:sp>
      <p:sp>
        <p:nvSpPr>
          <p:cNvPr id="54"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grpSp>
        <p:nvGrpSpPr>
          <p:cNvPr id="40" name="グループ化 39"/>
          <p:cNvGrpSpPr/>
          <p:nvPr userDrawn="1"/>
        </p:nvGrpSpPr>
        <p:grpSpPr bwMode="gray">
          <a:xfrm>
            <a:off x="324487"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5" name="図 44"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123329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4" name="Rectangle 10"/>
          <p:cNvSpPr>
            <a:spLocks noChangeArrowheads="1"/>
          </p:cNvSpPr>
          <p:nvPr userDrawn="1"/>
        </p:nvSpPr>
        <p:spPr bwMode="gray">
          <a:xfrm>
            <a:off x="198439" y="759619"/>
            <a:ext cx="8747125" cy="4157663"/>
          </a:xfrm>
          <a:prstGeom prst="rect">
            <a:avLst/>
          </a:prstGeom>
          <a:noFill/>
          <a:ln w="3175">
            <a:solidFill>
              <a:srgbClr val="FF0000"/>
            </a:solidFill>
            <a:miter lim="800000"/>
            <a:headEnd/>
            <a:tailEnd/>
          </a:ln>
          <a:effectLst/>
        </p:spPr>
        <p:txBody>
          <a:bodyPr wrap="none" anchor="ctr"/>
          <a:lstStyle/>
          <a:p>
            <a:endParaRPr lang="ja-JP" altLang="en-US"/>
          </a:p>
        </p:txBody>
      </p:sp>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2023.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spTree>
    <p:extLst>
      <p:ext uri="{BB962C8B-B14F-4D97-AF65-F5344CB8AC3E}">
        <p14:creationId xmlns:p14="http://schemas.microsoft.com/office/powerpoint/2010/main" val="203510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grpSp>
        <p:nvGrpSpPr>
          <p:cNvPr id="3" name="Group 40">
            <a:extLst>
              <a:ext uri="{FF2B5EF4-FFF2-40B4-BE49-F238E27FC236}">
                <a16:creationId xmlns:a16="http://schemas.microsoft.com/office/drawing/2014/main" id="{5F15E81B-A1D0-3DCF-EB0E-7301B88FB231}"/>
              </a:ext>
            </a:extLst>
          </p:cNvPr>
          <p:cNvGrpSpPr>
            <a:grpSpLocks/>
          </p:cNvGrpSpPr>
          <p:nvPr userDrawn="1"/>
        </p:nvGrpSpPr>
        <p:grpSpPr bwMode="auto">
          <a:xfrm>
            <a:off x="-12700" y="4771856"/>
            <a:ext cx="2025650" cy="381169"/>
            <a:chOff x="-8" y="4084"/>
            <a:chExt cx="1276" cy="244"/>
          </a:xfrm>
        </p:grpSpPr>
        <p:sp>
          <p:nvSpPr>
            <p:cNvPr id="4" name="Rectangle 115">
              <a:extLst>
                <a:ext uri="{FF2B5EF4-FFF2-40B4-BE49-F238E27FC236}">
                  <a16:creationId xmlns:a16="http://schemas.microsoft.com/office/drawing/2014/main" id="{69BFF0AF-7E06-BD80-16CE-9C82139B153F}"/>
                </a:ext>
              </a:extLst>
            </p:cNvPr>
            <p:cNvSpPr>
              <a:spLocks noChangeArrowheads="1"/>
            </p:cNvSpPr>
            <p:nvPr userDrawn="1"/>
          </p:nvSpPr>
          <p:spPr bwMode="auto">
            <a:xfrm>
              <a:off x="-8" y="4084"/>
              <a:ext cx="240" cy="244"/>
            </a:xfrm>
            <a:prstGeom prst="rect">
              <a:avLst/>
            </a:prstGeom>
            <a:solidFill>
              <a:srgbClr val="58A618"/>
            </a:solidFill>
            <a:ln>
              <a:noFill/>
            </a:ln>
          </p:spPr>
          <p:txBody>
            <a:bodyPr wrap="none" anchor="ctr"/>
            <a:lstStyle/>
            <a:p>
              <a:pPr>
                <a:lnSpc>
                  <a:spcPct val="90000"/>
                </a:lnSpc>
                <a:defRPr/>
              </a:pPr>
              <a:endParaRPr lang="ja-JP" altLang="en-US" sz="1950"/>
            </a:p>
          </p:txBody>
        </p:sp>
        <p:sp>
          <p:nvSpPr>
            <p:cNvPr id="5" name="Rectangle 123">
              <a:extLst>
                <a:ext uri="{FF2B5EF4-FFF2-40B4-BE49-F238E27FC236}">
                  <a16:creationId xmlns:a16="http://schemas.microsoft.com/office/drawing/2014/main" id="{32C9BFFD-B0E5-1A3F-3AFF-615C5C6B720E}"/>
                </a:ext>
              </a:extLst>
            </p:cNvPr>
            <p:cNvSpPr>
              <a:spLocks noChangeArrowheads="1"/>
            </p:cNvSpPr>
            <p:nvPr userDrawn="1"/>
          </p:nvSpPr>
          <p:spPr bwMode="auto">
            <a:xfrm>
              <a:off x="232" y="4205"/>
              <a:ext cx="121" cy="123"/>
            </a:xfrm>
            <a:prstGeom prst="rect">
              <a:avLst/>
            </a:prstGeom>
            <a:solidFill>
              <a:srgbClr val="EAAB00"/>
            </a:solidFill>
            <a:ln>
              <a:noFill/>
            </a:ln>
          </p:spPr>
          <p:txBody>
            <a:bodyPr wrap="none" anchor="ctr"/>
            <a:lstStyle/>
            <a:p>
              <a:pPr>
                <a:lnSpc>
                  <a:spcPct val="90000"/>
                </a:lnSpc>
                <a:defRPr/>
              </a:pPr>
              <a:endParaRPr lang="ja-JP" altLang="en-US" sz="1950"/>
            </a:p>
          </p:txBody>
        </p:sp>
        <p:sp>
          <p:nvSpPr>
            <p:cNvPr id="6" name="Rectangle 124">
              <a:extLst>
                <a:ext uri="{FF2B5EF4-FFF2-40B4-BE49-F238E27FC236}">
                  <a16:creationId xmlns:a16="http://schemas.microsoft.com/office/drawing/2014/main" id="{55EA9A3D-A5D9-D6BA-18CF-711B2CE30DF0}"/>
                </a:ext>
              </a:extLst>
            </p:cNvPr>
            <p:cNvSpPr>
              <a:spLocks noChangeArrowheads="1"/>
            </p:cNvSpPr>
            <p:nvPr userDrawn="1"/>
          </p:nvSpPr>
          <p:spPr bwMode="auto">
            <a:xfrm>
              <a:off x="353" y="4084"/>
              <a:ext cx="121" cy="123"/>
            </a:xfrm>
            <a:prstGeom prst="rect">
              <a:avLst/>
            </a:prstGeom>
            <a:solidFill>
              <a:srgbClr val="0098C3"/>
            </a:solidFill>
            <a:ln>
              <a:noFill/>
            </a:ln>
          </p:spPr>
          <p:txBody>
            <a:bodyPr wrap="none" anchor="ctr"/>
            <a:lstStyle/>
            <a:p>
              <a:pPr>
                <a:lnSpc>
                  <a:spcPct val="90000"/>
                </a:lnSpc>
                <a:defRPr/>
              </a:pPr>
              <a:endParaRPr lang="ja-JP" altLang="en-US" sz="1950"/>
            </a:p>
          </p:txBody>
        </p:sp>
        <p:pic>
          <p:nvPicPr>
            <p:cNvPr id="7" name="Picture 39" descr="humanit">
              <a:extLst>
                <a:ext uri="{FF2B5EF4-FFF2-40B4-BE49-F238E27FC236}">
                  <a16:creationId xmlns:a16="http://schemas.microsoft.com/office/drawing/2014/main" id="{AF9C58FF-E4F1-52FE-402E-BDA1A4DD3525}"/>
                </a:ext>
              </a:extLst>
            </p:cNvPr>
            <p:cNvPicPr>
              <a:picLocks noChangeAspect="1" noChangeArrowheads="1"/>
            </p:cNvPicPr>
            <p:nvPr userDrawn="1"/>
          </p:nvPicPr>
          <p:blipFill>
            <a:blip r:embed="rId3"/>
            <a:srcRect/>
            <a:stretch>
              <a:fillRect/>
            </a:stretch>
          </p:blipFill>
          <p:spPr bwMode="auto">
            <a:xfrm>
              <a:off x="564" y="4158"/>
              <a:ext cx="704" cy="96"/>
            </a:xfrm>
            <a:prstGeom prst="rect">
              <a:avLst/>
            </a:prstGeom>
            <a:noFill/>
            <a:ln w="9525">
              <a:noFill/>
              <a:miter lim="800000"/>
              <a:headEnd/>
              <a:tailEnd/>
            </a:ln>
          </p:spPr>
        </p:pic>
      </p:grpSp>
    </p:spTree>
    <p:extLst>
      <p:ext uri="{BB962C8B-B14F-4D97-AF65-F5344CB8AC3E}">
        <p14:creationId xmlns:p14="http://schemas.microsoft.com/office/powerpoint/2010/main" val="3569927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2" name="タイトル 1"/>
          <p:cNvSpPr>
            <a:spLocks noGrp="1"/>
          </p:cNvSpPr>
          <p:nvPr userDrawn="1">
            <p:ph type="title"/>
          </p:nvPr>
        </p:nvSpPr>
        <p:spPr bwMode="gray">
          <a:xfrm>
            <a:off x="113192" y="134612"/>
            <a:ext cx="7486488" cy="369332"/>
          </a:xfrm>
          <a:prstGeom prst="rect">
            <a:avLst/>
          </a:prstGeom>
        </p:spPr>
        <p:txBody>
          <a:bodyPr wrap="square">
            <a:spAutoFit/>
          </a:bodyPr>
          <a:lstStyle>
            <a:lvl1pPr>
              <a:defRPr sz="2000" b="1">
                <a:solidFill>
                  <a:schemeClr val="tx1"/>
                </a:solidFill>
                <a:latin typeface="+mj-ea"/>
                <a:ea typeface="+mj-ea"/>
              </a:defRPr>
            </a:lvl1pPr>
          </a:lstStyle>
          <a:p>
            <a:r>
              <a:rPr lang="ja-JP" altLang="en-US"/>
              <a:t>マスタ タイトルの書式設定</a:t>
            </a:r>
          </a:p>
        </p:txBody>
      </p:sp>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4" name="グループ化 62"/>
          <p:cNvGrpSpPr/>
          <p:nvPr userDrawn="1"/>
        </p:nvGrpSpPr>
        <p:grpSpPr bwMode="gray">
          <a:xfrm>
            <a:off x="-3" y="595775"/>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sp>
        <p:nvSpPr>
          <p:cNvPr id="48" name="Text Box 13"/>
          <p:cNvSpPr txBox="1">
            <a:spLocks noChangeArrowheads="1"/>
          </p:cNvSpPr>
          <p:nvPr userDrawn="1"/>
        </p:nvSpPr>
        <p:spPr bwMode="gray">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2023. All rights reserved.</a:t>
            </a:r>
          </a:p>
        </p:txBody>
      </p:sp>
      <p:pic>
        <p:nvPicPr>
          <p:cNvPr id="49" name="図 48" descr="ea60_010_030_dwin.wmf"/>
          <p:cNvPicPr>
            <a:picLocks noChangeAspect="1"/>
          </p:cNvPicPr>
          <p:nvPr userDrawn="1"/>
        </p:nvPicPr>
        <p:blipFill>
          <a:blip r:embed="rId2"/>
          <a:stretch>
            <a:fillRect/>
          </a:stretch>
        </p:blipFill>
        <p:spPr>
          <a:xfrm>
            <a:off x="7774175" y="138115"/>
            <a:ext cx="1195200" cy="342857"/>
          </a:xfrm>
          <a:prstGeom prst="rect">
            <a:avLst/>
          </a:prstGeom>
        </p:spPr>
      </p:pic>
      <p:sp>
        <p:nvSpPr>
          <p:cNvPr id="4" name="テキスト プレースホルダー 3">
            <a:extLst>
              <a:ext uri="{FF2B5EF4-FFF2-40B4-BE49-F238E27FC236}">
                <a16:creationId xmlns:a16="http://schemas.microsoft.com/office/drawing/2014/main" id="{F238AEB8-98B9-6FB4-36A0-6110A86B7D40}"/>
              </a:ext>
            </a:extLst>
          </p:cNvPr>
          <p:cNvSpPr>
            <a:spLocks noGrp="1"/>
          </p:cNvSpPr>
          <p:nvPr>
            <p:ph type="body" sz="quarter" idx="10"/>
          </p:nvPr>
        </p:nvSpPr>
        <p:spPr>
          <a:xfrm>
            <a:off x="0" y="654615"/>
            <a:ext cx="9144000" cy="526486"/>
          </a:xfrm>
          <a:prstGeom prst="rect">
            <a:avLst/>
          </a:prstGeom>
          <a:solidFill>
            <a:srgbClr val="CE3256"/>
          </a:solidFill>
        </p:spPr>
        <p:txBody>
          <a:bodyPr wrap="none" anchor="ctr"/>
          <a:lstStyle>
            <a:lvl1pPr marL="0" indent="0" algn="ctr">
              <a:buNone/>
              <a:defRPr sz="2000" b="1">
                <a:solidFill>
                  <a:schemeClr val="bg1"/>
                </a:solidFill>
              </a:defRPr>
            </a:lvl1pPr>
          </a:lstStyle>
          <a:p>
            <a:pPr lvl="0"/>
            <a:endParaRPr kumimoji="1" lang="ja-JP" altLang="en-US"/>
          </a:p>
        </p:txBody>
      </p:sp>
    </p:spTree>
    <p:extLst>
      <p:ext uri="{BB962C8B-B14F-4D97-AF65-F5344CB8AC3E}">
        <p14:creationId xmlns:p14="http://schemas.microsoft.com/office/powerpoint/2010/main" val="193427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白紙">
    <p:spTree>
      <p:nvGrpSpPr>
        <p:cNvPr id="1" name=""/>
        <p:cNvGrpSpPr/>
        <p:nvPr/>
      </p:nvGrpSpPr>
      <p:grpSpPr>
        <a:xfrm>
          <a:off x="0" y="0"/>
          <a:ext cx="0" cy="0"/>
          <a:chOff x="0" y="0"/>
          <a:chExt cx="0" cy="0"/>
        </a:xfrm>
      </p:grpSpPr>
      <p:pic>
        <p:nvPicPr>
          <p:cNvPr id="4" name="図 3" descr="ea60_010_030_dwin.wmf"/>
          <p:cNvPicPr>
            <a:picLocks noChangeAspect="1"/>
          </p:cNvPicPr>
          <p:nvPr userDrawn="1"/>
        </p:nvPicPr>
        <p:blipFill>
          <a:blip r:embed="rId2"/>
          <a:stretch>
            <a:fillRect/>
          </a:stretch>
        </p:blipFill>
        <p:spPr>
          <a:xfrm>
            <a:off x="3222917" y="2167156"/>
            <a:ext cx="2698166" cy="774000"/>
          </a:xfrm>
          <a:prstGeom prst="rect">
            <a:avLst/>
          </a:prstGeom>
        </p:spPr>
      </p:pic>
    </p:spTree>
    <p:extLst>
      <p:ext uri="{BB962C8B-B14F-4D97-AF65-F5344CB8AC3E}">
        <p14:creationId xmlns:p14="http://schemas.microsoft.com/office/powerpoint/2010/main" val="2227037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a:defRPr/>
            </a:pPr>
            <a:fld id="{790173A9-6621-4FFE-BC07-AC198BDD4C9A}" type="slidenum">
              <a:rPr lang="en-US" altLang="ja-JP" smtClean="0"/>
              <a:pPr>
                <a:defRPr/>
              </a:pPr>
              <a:t>‹#›</a:t>
            </a:fld>
            <a:endParaRPr lang="en-US" altLang="ja-JP"/>
          </a:p>
        </p:txBody>
      </p:sp>
      <p:grpSp>
        <p:nvGrpSpPr>
          <p:cNvPr id="57" name="グループ化 56"/>
          <p:cNvGrpSpPr>
            <a:grpSpLocks noChangeAspect="1"/>
          </p:cNvGrpSpPr>
          <p:nvPr userDrawn="1"/>
        </p:nvGrpSpPr>
        <p:grpSpPr>
          <a:xfrm>
            <a:off x="6848840" y="402726"/>
            <a:ext cx="1764681" cy="507223"/>
            <a:chOff x="6642100" y="547566"/>
            <a:chExt cx="1982788" cy="569913"/>
          </a:xfrm>
        </p:grpSpPr>
        <p:sp>
          <p:nvSpPr>
            <p:cNvPr id="58" name="Freeform 5"/>
            <p:cNvSpPr>
              <a:spLocks/>
            </p:cNvSpPr>
            <p:nvPr/>
          </p:nvSpPr>
          <p:spPr bwMode="auto">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59" name="Freeform 7"/>
            <p:cNvSpPr>
              <a:spLocks/>
            </p:cNvSpPr>
            <p:nvPr/>
          </p:nvSpPr>
          <p:spPr bwMode="auto">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0" name="Freeform 9"/>
            <p:cNvSpPr>
              <a:spLocks noEditPoints="1"/>
            </p:cNvSpPr>
            <p:nvPr/>
          </p:nvSpPr>
          <p:spPr bwMode="auto">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1" name="Rectangle 12"/>
            <p:cNvSpPr>
              <a:spLocks noChangeArrowheads="1"/>
            </p:cNvSpPr>
            <p:nvPr/>
          </p:nvSpPr>
          <p:spPr bwMode="auto">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2" name="Freeform 13"/>
            <p:cNvSpPr>
              <a:spLocks/>
            </p:cNvSpPr>
            <p:nvPr/>
          </p:nvSpPr>
          <p:spPr bwMode="auto">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3" name="Rectangle 15"/>
            <p:cNvSpPr>
              <a:spLocks noChangeArrowheads="1"/>
            </p:cNvSpPr>
            <p:nvPr/>
          </p:nvSpPr>
          <p:spPr bwMode="auto">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4" name="Freeform 16"/>
            <p:cNvSpPr>
              <a:spLocks/>
            </p:cNvSpPr>
            <p:nvPr/>
          </p:nvSpPr>
          <p:spPr bwMode="auto">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5" name="Freeform 18"/>
            <p:cNvSpPr>
              <a:spLocks/>
            </p:cNvSpPr>
            <p:nvPr/>
          </p:nvSpPr>
          <p:spPr bwMode="auto">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6" name="Freeform 20"/>
            <p:cNvSpPr>
              <a:spLocks/>
            </p:cNvSpPr>
            <p:nvPr/>
          </p:nvSpPr>
          <p:spPr bwMode="auto">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7" name="Freeform 22"/>
            <p:cNvSpPr>
              <a:spLocks/>
            </p:cNvSpPr>
            <p:nvPr/>
          </p:nvSpPr>
          <p:spPr bwMode="auto">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8" name="Freeform 24"/>
            <p:cNvSpPr>
              <a:spLocks noEditPoints="1"/>
            </p:cNvSpPr>
            <p:nvPr/>
          </p:nvSpPr>
          <p:spPr bwMode="auto">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69" name="Freeform 27"/>
            <p:cNvSpPr>
              <a:spLocks/>
            </p:cNvSpPr>
            <p:nvPr/>
          </p:nvSpPr>
          <p:spPr bwMode="auto">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0" name="Freeform 29"/>
            <p:cNvSpPr>
              <a:spLocks/>
            </p:cNvSpPr>
            <p:nvPr/>
          </p:nvSpPr>
          <p:spPr bwMode="auto">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1" name="Freeform 31"/>
            <p:cNvSpPr>
              <a:spLocks/>
            </p:cNvSpPr>
            <p:nvPr/>
          </p:nvSpPr>
          <p:spPr bwMode="auto">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2" name="Freeform 33"/>
            <p:cNvSpPr>
              <a:spLocks noEditPoints="1"/>
            </p:cNvSpPr>
            <p:nvPr/>
          </p:nvSpPr>
          <p:spPr bwMode="auto">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3" name="Freeform 36"/>
            <p:cNvSpPr>
              <a:spLocks/>
            </p:cNvSpPr>
            <p:nvPr/>
          </p:nvSpPr>
          <p:spPr bwMode="auto">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4" name="Freeform 38"/>
            <p:cNvSpPr>
              <a:spLocks noEditPoints="1"/>
            </p:cNvSpPr>
            <p:nvPr/>
          </p:nvSpPr>
          <p:spPr bwMode="auto">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5" name="Freeform 41"/>
            <p:cNvSpPr>
              <a:spLocks/>
            </p:cNvSpPr>
            <p:nvPr/>
          </p:nvSpPr>
          <p:spPr bwMode="auto">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76" name="Freeform 43"/>
            <p:cNvSpPr>
              <a:spLocks/>
            </p:cNvSpPr>
            <p:nvPr/>
          </p:nvSpPr>
          <p:spPr bwMode="auto">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89" name="Freeform 45"/>
            <p:cNvSpPr>
              <a:spLocks noEditPoints="1"/>
            </p:cNvSpPr>
            <p:nvPr/>
          </p:nvSpPr>
          <p:spPr bwMode="auto">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0" name="Freeform 48"/>
            <p:cNvSpPr>
              <a:spLocks/>
            </p:cNvSpPr>
            <p:nvPr/>
          </p:nvSpPr>
          <p:spPr bwMode="auto">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1" name="Freeform 50"/>
            <p:cNvSpPr>
              <a:spLocks/>
            </p:cNvSpPr>
            <p:nvPr/>
          </p:nvSpPr>
          <p:spPr bwMode="auto">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sp>
          <p:nvSpPr>
            <p:cNvPr id="92" name="Freeform 52"/>
            <p:cNvSpPr>
              <a:spLocks/>
            </p:cNvSpPr>
            <p:nvPr/>
          </p:nvSpPr>
          <p:spPr bwMode="auto">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algn="l" rtl="0" fontAlgn="auto">
                <a:lnSpc>
                  <a:spcPct val="90000"/>
                </a:lnSpc>
                <a:spcBef>
                  <a:spcPts val="0"/>
                </a:spcBef>
                <a:spcAft>
                  <a:spcPts val="0"/>
                </a:spcAft>
                <a:defRPr/>
              </a:pPr>
              <a:endParaRPr kumimoji="0" lang="ja-JP" altLang="en-US" sz="1800" kern="0">
                <a:solidFill>
                  <a:sysClr val="windowText" lastClr="000000"/>
                </a:solidFill>
                <a:latin typeface="HGPｺﾞｼｯｸE" pitchFamily="50" charset="-128"/>
                <a:ea typeface="HGPｺﾞｼｯｸE" pitchFamily="50" charset="-128"/>
                <a:cs typeface="+mn-cs"/>
              </a:endParaRPr>
            </a:p>
          </p:txBody>
        </p:sp>
      </p:grpSp>
      <p:grpSp>
        <p:nvGrpSpPr>
          <p:cNvPr id="32" name="グループ化 31"/>
          <p:cNvGrpSpPr/>
          <p:nvPr userDrawn="1"/>
        </p:nvGrpSpPr>
        <p:grpSpPr>
          <a:xfrm>
            <a:off x="312580" y="2039030"/>
            <a:ext cx="8518840" cy="89695"/>
            <a:chOff x="312580" y="2039028"/>
            <a:chExt cx="8518840" cy="108791"/>
          </a:xfrm>
        </p:grpSpPr>
        <p:grpSp>
          <p:nvGrpSpPr>
            <p:cNvPr id="34" name="グループ化 251"/>
            <p:cNvGrpSpPr/>
            <p:nvPr userDrawn="1"/>
          </p:nvGrpSpPr>
          <p:grpSpPr>
            <a:xfrm>
              <a:off x="312580" y="2039028"/>
              <a:ext cx="8518840" cy="108791"/>
              <a:chOff x="312740" y="2039028"/>
              <a:chExt cx="8518840" cy="108791"/>
            </a:xfrm>
          </p:grpSpPr>
          <p:sp>
            <p:nvSpPr>
              <p:cNvPr id="39" name="正方形/長方形 11"/>
              <p:cNvSpPr>
                <a:spLocks noChangeArrowheads="1"/>
              </p:cNvSpPr>
              <p:nvPr/>
            </p:nvSpPr>
            <p:spPr bwMode="auto">
              <a:xfrm>
                <a:off x="312740" y="2039028"/>
                <a:ext cx="8518840" cy="108791"/>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sp>
            <p:nvSpPr>
              <p:cNvPr id="40" name="正方形/長方形 39"/>
              <p:cNvSpPr/>
              <p:nvPr/>
            </p:nvSpPr>
            <p:spPr bwMode="auto">
              <a:xfrm>
                <a:off x="312740" y="2039028"/>
                <a:ext cx="1753373" cy="108791"/>
              </a:xfrm>
              <a:prstGeom prst="rect">
                <a:avLst/>
              </a:prstGeom>
              <a:solidFill>
                <a:srgbClr val="FD0014"/>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grpSp>
        <p:sp>
          <p:nvSpPr>
            <p:cNvPr id="36" name="正方形/長方形 35"/>
            <p:cNvSpPr/>
            <p:nvPr/>
          </p:nvSpPr>
          <p:spPr bwMode="auto">
            <a:xfrm>
              <a:off x="312740" y="2039028"/>
              <a:ext cx="877393" cy="108791"/>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nvGrpSpPr>
          <p:cNvPr id="41" name="Group 39"/>
          <p:cNvGrpSpPr>
            <a:grpSpLocks/>
          </p:cNvGrpSpPr>
          <p:nvPr userDrawn="1"/>
        </p:nvGrpSpPr>
        <p:grpSpPr bwMode="auto">
          <a:xfrm>
            <a:off x="-591" y="3959126"/>
            <a:ext cx="2406651" cy="1187450"/>
            <a:chOff x="-11" y="3580"/>
            <a:chExt cx="1516" cy="748"/>
          </a:xfrm>
        </p:grpSpPr>
        <p:sp>
          <p:nvSpPr>
            <p:cNvPr id="42" name="Rectangle 224"/>
            <p:cNvSpPr>
              <a:spLocks noChangeArrowheads="1"/>
            </p:cNvSpPr>
            <p:nvPr userDrawn="1"/>
          </p:nvSpPr>
          <p:spPr bwMode="auto">
            <a:xfrm>
              <a:off x="-11" y="3945"/>
              <a:ext cx="377" cy="383"/>
            </a:xfrm>
            <a:prstGeom prst="rect">
              <a:avLst/>
            </a:prstGeom>
            <a:solidFill>
              <a:srgbClr val="58A618"/>
            </a:solidFill>
            <a:ln>
              <a:noFill/>
            </a:ln>
          </p:spPr>
          <p:txBody>
            <a:bodyPr wrap="none" anchor="ctr"/>
            <a:lstStyle/>
            <a:p>
              <a:pPr>
                <a:lnSpc>
                  <a:spcPct val="90000"/>
                </a:lnSpc>
                <a:defRPr/>
              </a:pPr>
              <a:endParaRPr lang="ja-JP" altLang="en-US"/>
            </a:p>
          </p:txBody>
        </p:sp>
        <p:sp>
          <p:nvSpPr>
            <p:cNvPr id="49" name="Rectangle 225"/>
            <p:cNvSpPr>
              <a:spLocks noChangeArrowheads="1"/>
            </p:cNvSpPr>
            <p:nvPr userDrawn="1"/>
          </p:nvSpPr>
          <p:spPr bwMode="auto">
            <a:xfrm>
              <a:off x="366" y="3764"/>
              <a:ext cx="179" cy="182"/>
            </a:xfrm>
            <a:prstGeom prst="rect">
              <a:avLst/>
            </a:prstGeom>
            <a:solidFill>
              <a:srgbClr val="EAAB00"/>
            </a:solidFill>
            <a:ln>
              <a:noFill/>
            </a:ln>
          </p:spPr>
          <p:txBody>
            <a:bodyPr wrap="none" anchor="ctr"/>
            <a:lstStyle/>
            <a:p>
              <a:pPr>
                <a:lnSpc>
                  <a:spcPct val="90000"/>
                </a:lnSpc>
                <a:defRPr/>
              </a:pPr>
              <a:endParaRPr lang="ja-JP" altLang="en-US"/>
            </a:p>
          </p:txBody>
        </p:sp>
        <p:sp>
          <p:nvSpPr>
            <p:cNvPr id="50" name="Rectangle 226"/>
            <p:cNvSpPr>
              <a:spLocks noChangeArrowheads="1"/>
            </p:cNvSpPr>
            <p:nvPr userDrawn="1"/>
          </p:nvSpPr>
          <p:spPr bwMode="auto">
            <a:xfrm>
              <a:off x="183" y="3580"/>
              <a:ext cx="183" cy="185"/>
            </a:xfrm>
            <a:prstGeom prst="rect">
              <a:avLst/>
            </a:prstGeom>
            <a:solidFill>
              <a:srgbClr val="0098C3"/>
            </a:solidFill>
            <a:ln>
              <a:noFill/>
            </a:ln>
          </p:spPr>
          <p:txBody>
            <a:bodyPr wrap="none" anchor="ctr"/>
            <a:lstStyle/>
            <a:p>
              <a:pPr>
                <a:lnSpc>
                  <a:spcPct val="90000"/>
                </a:lnSpc>
                <a:defRPr/>
              </a:pPr>
              <a:endParaRPr lang="ja-JP" altLang="en-US"/>
            </a:p>
          </p:txBody>
        </p:sp>
        <p:sp>
          <p:nvSpPr>
            <p:cNvPr id="51" name="Rectangle 227"/>
            <p:cNvSpPr>
              <a:spLocks noChangeArrowheads="1"/>
            </p:cNvSpPr>
            <p:nvPr userDrawn="1"/>
          </p:nvSpPr>
          <p:spPr bwMode="auto">
            <a:xfrm>
              <a:off x="546" y="3580"/>
              <a:ext cx="183" cy="185"/>
            </a:xfrm>
            <a:prstGeom prst="rect">
              <a:avLst/>
            </a:prstGeom>
            <a:solidFill>
              <a:srgbClr val="D9D9D9"/>
            </a:solidFill>
            <a:ln>
              <a:noFill/>
            </a:ln>
          </p:spPr>
          <p:txBody>
            <a:bodyPr wrap="none" anchor="ctr"/>
            <a:lstStyle/>
            <a:p>
              <a:pPr>
                <a:lnSpc>
                  <a:spcPct val="90000"/>
                </a:lnSpc>
                <a:defRPr/>
              </a:pPr>
              <a:endParaRPr lang="ja-JP" altLang="en-US"/>
            </a:p>
          </p:txBody>
        </p:sp>
        <p:pic>
          <p:nvPicPr>
            <p:cNvPr id="52" name="Picture 38" descr="humanit"/>
            <p:cNvPicPr>
              <a:picLocks noChangeAspect="1" noChangeArrowheads="1"/>
            </p:cNvPicPr>
            <p:nvPr userDrawn="1"/>
          </p:nvPicPr>
          <p:blipFill>
            <a:blip r:embed="rId2"/>
            <a:srcRect/>
            <a:stretch>
              <a:fillRect/>
            </a:stretch>
          </p:blipFill>
          <p:spPr bwMode="auto">
            <a:xfrm>
              <a:off x="518" y="4046"/>
              <a:ext cx="987" cy="135"/>
            </a:xfrm>
            <a:prstGeom prst="rect">
              <a:avLst/>
            </a:prstGeom>
            <a:noFill/>
            <a:ln w="9525">
              <a:noFill/>
              <a:miter lim="800000"/>
              <a:headEnd/>
              <a:tailEnd/>
            </a:ln>
          </p:spPr>
        </p:pic>
      </p:grpSp>
      <p:sp>
        <p:nvSpPr>
          <p:cNvPr id="77" name="Text Box 13"/>
          <p:cNvSpPr txBox="1">
            <a:spLocks noChangeArrowheads="1"/>
          </p:cNvSpPr>
          <p:nvPr userDrawn="1"/>
        </p:nvSpPr>
        <p:spPr bwMode="auto">
          <a:xfrm>
            <a:off x="6552820" y="4949429"/>
            <a:ext cx="2140331"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a:t>
            </a:r>
            <a:r>
              <a:rPr kumimoji="0" lang="ja-JP" altLang="en-US" sz="700" baseline="0">
                <a:solidFill>
                  <a:schemeClr val="tx1"/>
                </a:solidFill>
                <a:latin typeface="Arial" charset="0"/>
                <a:ea typeface="ＭＳ Ｐゴシック" pitchFamily="50" charset="-128"/>
              </a:rPr>
              <a:t> </a:t>
            </a:r>
            <a:r>
              <a:rPr kumimoji="0" lang="en-US" altLang="ja-JP" sz="700" baseline="0">
                <a:solidFill>
                  <a:schemeClr val="tx1"/>
                </a:solidFill>
                <a:latin typeface="Arial" charset="0"/>
                <a:ea typeface="ＭＳ Ｐゴシック" pitchFamily="50" charset="-128"/>
              </a:rPr>
              <a:t>Systems</a:t>
            </a:r>
            <a:r>
              <a:rPr kumimoji="0" lang="en-US" altLang="ja-JP" sz="700">
                <a:solidFill>
                  <a:schemeClr val="tx1"/>
                </a:solidFill>
                <a:latin typeface="Arial" charset="0"/>
                <a:ea typeface="ＭＳ Ｐゴシック" pitchFamily="50" charset="-128"/>
              </a:rPr>
              <a:t>, Ltd. 2024. All rights reserved.</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96" y="2057427"/>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41" name="Text Box 13"/>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
        <p:nvSpPr>
          <p:cNvPr id="42" name="スライド番号プレースホルダ 2"/>
          <p:cNvSpPr>
            <a:spLocks noGrp="1"/>
          </p:cNvSpPr>
          <p:nvPr userDrawn="1">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sp>
        <p:nvSpPr>
          <p:cNvPr id="43" name="タイトル 1"/>
          <p:cNvSpPr>
            <a:spLocks noGrp="1"/>
          </p:cNvSpPr>
          <p:nvPr>
            <p:ph type="title" hasCustomPrompt="1"/>
          </p:nvPr>
        </p:nvSpPr>
        <p:spPr bwMode="gray">
          <a:xfrm>
            <a:off x="2138613" y="2427853"/>
            <a:ext cx="1989808" cy="513197"/>
          </a:xfrm>
          <a:prstGeom prst="rect">
            <a:avLst/>
          </a:prstGeom>
        </p:spPr>
        <p:txBody>
          <a:bodyPr wrap="none" lIns="146288" tIns="73142" rIns="146288" bIns="73142">
            <a:spAutoFit/>
          </a:bodyPr>
          <a:lstStyle>
            <a:lvl1pPr>
              <a:lnSpc>
                <a:spcPct val="100000"/>
              </a:lnSpc>
              <a:defRPr sz="1900">
                <a:solidFill>
                  <a:schemeClr val="tx1"/>
                </a:solidFill>
                <a:latin typeface="+mj-lt"/>
                <a:ea typeface="HGP創英角ｺﾞｼｯｸUB" pitchFamily="50" charset="-128"/>
              </a:defRPr>
            </a:lvl1pPr>
          </a:lstStyle>
          <a:p>
            <a:r>
              <a:rPr lang="en-US" altLang="ja-JP" b="1">
                <a:latin typeface="+mj-lt"/>
                <a:cs typeface="Arial" charset="0"/>
              </a:rPr>
              <a:t>Master Title</a:t>
            </a:r>
            <a:endParaRPr lang="ja-JP" altLang="en-US"/>
          </a:p>
        </p:txBody>
      </p:sp>
      <p:grpSp>
        <p:nvGrpSpPr>
          <p:cNvPr id="194" name="グループ化 193"/>
          <p:cNvGrpSpPr>
            <a:grpSpLocks noChangeAspect="1"/>
          </p:cNvGrpSpPr>
          <p:nvPr userDrawn="1"/>
        </p:nvGrpSpPr>
        <p:grpSpPr bwMode="gray">
          <a:xfrm>
            <a:off x="7055471" y="402736"/>
            <a:ext cx="1764681" cy="507223"/>
            <a:chOff x="6642100" y="547566"/>
            <a:chExt cx="1982788" cy="569913"/>
          </a:xfrm>
        </p:grpSpPr>
        <p:sp>
          <p:nvSpPr>
            <p:cNvPr id="195"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6"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7"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8"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99"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0"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1"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2"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3"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4"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5"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6"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7"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8"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09"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0"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1"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2"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3"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4"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5"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6"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217"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spTree>
    <p:extLst>
      <p:ext uri="{BB962C8B-B14F-4D97-AF65-F5344CB8AC3E}">
        <p14:creationId xmlns:p14="http://schemas.microsoft.com/office/powerpoint/2010/main" val="1235661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728AA398-9CF2-4A93-96D0-8328DBFBF2D7}"/>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201754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FD2D14DD-90E6-4F63-ACED-152381135FBD}"/>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118756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2_タイトルのみ">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bwMode="gray">
          <a:xfrm>
            <a:off x="566743" y="2365100"/>
            <a:ext cx="2158123" cy="476649"/>
          </a:xfrm>
          <a:prstGeom prst="rect">
            <a:avLst/>
          </a:prstGeom>
        </p:spPr>
        <p:txBody>
          <a:bodyPr wrap="none" lIns="146288" tIns="73142" rIns="146288" bIns="73142">
            <a:spAutoFit/>
          </a:bodyPr>
          <a:lstStyle>
            <a:lvl1pPr>
              <a:defRPr lang="en-US" altLang="ja-JP" sz="1900" b="1" smtClean="0">
                <a:solidFill>
                  <a:schemeClr val="tx1"/>
                </a:solidFill>
                <a:ea typeface="HGPｺﾞｼｯｸE" pitchFamily="50" charset="-128"/>
                <a:cs typeface="Arial" charset="0"/>
              </a:defRPr>
            </a:lvl1pPr>
          </a:lstStyle>
          <a:p>
            <a:r>
              <a:rPr lang="en-US" altLang="ja-JP" b="1">
                <a:latin typeface="+mj-lt"/>
                <a:ea typeface="HGPｺﾞｼｯｸE" pitchFamily="50" charset="-128"/>
                <a:cs typeface="Arial" charset="0"/>
              </a:rPr>
              <a:t>Chapter Title</a:t>
            </a:r>
            <a:endParaRPr lang="ja-JP" altLang="en-US"/>
          </a:p>
        </p:txBody>
      </p:sp>
      <p:sp>
        <p:nvSpPr>
          <p:cNvPr id="54"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a:defRPr/>
            </a:pPr>
            <a:fld id="{790173A9-6621-4FFE-BC07-AC198BDD4C9A}" type="slidenum">
              <a:rPr lang="en-US" altLang="ja-JP" sz="1125">
                <a:solidFill>
                  <a:prstClr val="black"/>
                </a:solidFill>
              </a:rPr>
              <a:pPr defTabSz="914252">
                <a:defRPr/>
              </a:pPr>
              <a:t>‹#›</a:t>
            </a:fld>
            <a:endParaRPr lang="en-US" altLang="ja-JP" sz="1125">
              <a:solidFill>
                <a:prstClr val="black"/>
              </a:solidFill>
            </a:endParaRPr>
          </a:p>
        </p:txBody>
      </p:sp>
      <p:grpSp>
        <p:nvGrpSpPr>
          <p:cNvPr id="98" name="グループ化 97"/>
          <p:cNvGrpSpPr>
            <a:grpSpLocks noChangeAspect="1"/>
          </p:cNvGrpSpPr>
          <p:nvPr userDrawn="1"/>
        </p:nvGrpSpPr>
        <p:grpSpPr bwMode="gray">
          <a:xfrm>
            <a:off x="7055471" y="402736"/>
            <a:ext cx="1764681" cy="507223"/>
            <a:chOff x="6642100" y="547566"/>
            <a:chExt cx="1982788" cy="569913"/>
          </a:xfrm>
        </p:grpSpPr>
        <p:sp>
          <p:nvSpPr>
            <p:cNvPr id="99"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0"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1"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2"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3"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4"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5"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6"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7"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8"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09"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0"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1"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2"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3"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4"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5"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6"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7"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8"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19"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0"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121"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grpSp>
        <p:nvGrpSpPr>
          <p:cNvPr id="34" name="グループ化 33"/>
          <p:cNvGrpSpPr/>
          <p:nvPr userDrawn="1"/>
        </p:nvGrpSpPr>
        <p:grpSpPr bwMode="gray">
          <a:xfrm>
            <a:off x="324496" y="2057427"/>
            <a:ext cx="8495663" cy="97488"/>
            <a:chOff x="324487" y="2057426"/>
            <a:chExt cx="8495663" cy="97488"/>
          </a:xfrm>
        </p:grpSpPr>
        <p:sp>
          <p:nvSpPr>
            <p:cNvPr id="35"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6" name="グループ化 16"/>
            <p:cNvGrpSpPr/>
            <p:nvPr/>
          </p:nvGrpSpPr>
          <p:grpSpPr bwMode="gray">
            <a:xfrm>
              <a:off x="324487" y="2057426"/>
              <a:ext cx="1938812" cy="97488"/>
              <a:chOff x="312738" y="2747963"/>
              <a:chExt cx="1970087" cy="109537"/>
            </a:xfrm>
          </p:grpSpPr>
          <p:sp>
            <p:nvSpPr>
              <p:cNvPr id="37" name="正方形/長方形 36"/>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8" name="正方形/長方形 37"/>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9" name="Text Box 13">
            <a:extLst>
              <a:ext uri="{FF2B5EF4-FFF2-40B4-BE49-F238E27FC236}">
                <a16:creationId xmlns:a16="http://schemas.microsoft.com/office/drawing/2014/main" id="{6ED5D4FE-FC06-40C7-98D1-33039FDC14B0}"/>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3670661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userDrawn="1">
            <p:ph type="title" hasCustomPrompt="1"/>
          </p:nvPr>
        </p:nvSpPr>
        <p:spPr bwMode="gray">
          <a:xfrm>
            <a:off x="113202" y="134614"/>
            <a:ext cx="2004234" cy="424711"/>
          </a:xfrm>
          <a:prstGeom prst="rect">
            <a:avLst/>
          </a:prstGeom>
        </p:spPr>
        <p:txBody>
          <a:bodyPr wrap="none" lIns="146288" tIns="73142" rIns="146288" bIns="73142">
            <a:spAutoFit/>
          </a:bodyPr>
          <a:lstStyle>
            <a:lvl1pPr>
              <a:defRPr lang="en-US" altLang="ja-JP" sz="1600" b="1" smtClean="0">
                <a:solidFill>
                  <a:schemeClr val="tx1"/>
                </a:solidFill>
                <a:ea typeface="ＭＳ Ｐゴシック" pitchFamily="50" charset="-128"/>
                <a:cs typeface="Arial" charset="0"/>
              </a:defRPr>
            </a:lvl1pPr>
          </a:lstStyle>
          <a:p>
            <a:r>
              <a:rPr lang="en-US" altLang="ja-JP" b="1">
                <a:latin typeface="+mj-lt"/>
                <a:ea typeface="ＭＳ Ｐゴシック" pitchFamily="50" charset="-128"/>
                <a:cs typeface="Arial" charset="0"/>
              </a:rPr>
              <a:t>Contents Title</a:t>
            </a:r>
            <a:endParaRPr lang="ja-JP" altLang="en-US"/>
          </a:p>
        </p:txBody>
      </p:sp>
      <p:sp>
        <p:nvSpPr>
          <p:cNvPr id="36"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a:defRPr/>
            </a:pPr>
            <a:fld id="{790173A9-6621-4FFE-BC07-AC198BDD4C9A}" type="slidenum">
              <a:rPr lang="en-US" altLang="ja-JP" sz="1125">
                <a:solidFill>
                  <a:prstClr val="black"/>
                </a:solidFill>
              </a:rPr>
              <a:pPr defTabSz="914252">
                <a:defRPr/>
              </a:pPr>
              <a:t>‹#›</a:t>
            </a:fld>
            <a:endParaRPr lang="en-US" altLang="ja-JP" sz="1125">
              <a:solidFill>
                <a:prstClr val="black"/>
              </a:solidFill>
            </a:endParaRPr>
          </a:p>
        </p:txBody>
      </p:sp>
      <p:grpSp>
        <p:nvGrpSpPr>
          <p:cNvPr id="37" name="グループ化 55"/>
          <p:cNvGrpSpPr>
            <a:grpSpLocks noChangeAspect="1"/>
          </p:cNvGrpSpPr>
          <p:nvPr userDrawn="1"/>
        </p:nvGrpSpPr>
        <p:grpSpPr bwMode="gray">
          <a:xfrm>
            <a:off x="7772670" y="138119"/>
            <a:ext cx="1196706" cy="343329"/>
            <a:chOff x="7624763" y="203200"/>
            <a:chExt cx="1344612" cy="385763"/>
          </a:xfrm>
        </p:grpSpPr>
        <p:sp>
          <p:nvSpPr>
            <p:cNvPr id="38" name="Freeform 5"/>
            <p:cNvSpPr>
              <a:spLocks/>
            </p:cNvSpPr>
            <p:nvPr/>
          </p:nvSpPr>
          <p:spPr bwMode="gray">
            <a:xfrm>
              <a:off x="8613775" y="207963"/>
              <a:ext cx="192088"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39" name="Freeform 7"/>
            <p:cNvSpPr>
              <a:spLocks/>
            </p:cNvSpPr>
            <p:nvPr/>
          </p:nvSpPr>
          <p:spPr bwMode="gray">
            <a:xfrm>
              <a:off x="8008938" y="207963"/>
              <a:ext cx="195262" cy="180975"/>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0" name="Freeform 9"/>
            <p:cNvSpPr>
              <a:spLocks noEditPoints="1"/>
            </p:cNvSpPr>
            <p:nvPr/>
          </p:nvSpPr>
          <p:spPr bwMode="gray">
            <a:xfrm>
              <a:off x="8161338" y="207963"/>
              <a:ext cx="230187" cy="180975"/>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1" name="Rectangle 12"/>
            <p:cNvSpPr>
              <a:spLocks noChangeArrowheads="1"/>
            </p:cNvSpPr>
            <p:nvPr/>
          </p:nvSpPr>
          <p:spPr bwMode="gray">
            <a:xfrm>
              <a:off x="8845550" y="207963"/>
              <a:ext cx="47625"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2" name="Freeform 13"/>
            <p:cNvSpPr>
              <a:spLocks/>
            </p:cNvSpPr>
            <p:nvPr/>
          </p:nvSpPr>
          <p:spPr bwMode="gray">
            <a:xfrm>
              <a:off x="7710488" y="207963"/>
              <a:ext cx="193675"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3" name="Rectangle 15"/>
            <p:cNvSpPr>
              <a:spLocks noChangeArrowheads="1"/>
            </p:cNvSpPr>
            <p:nvPr/>
          </p:nvSpPr>
          <p:spPr bwMode="gray">
            <a:xfrm>
              <a:off x="7942263" y="207963"/>
              <a:ext cx="49212"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4" name="Freeform 16"/>
            <p:cNvSpPr>
              <a:spLocks/>
            </p:cNvSpPr>
            <p:nvPr/>
          </p:nvSpPr>
          <p:spPr bwMode="gray">
            <a:xfrm>
              <a:off x="8383588" y="203200"/>
              <a:ext cx="204787" cy="192088"/>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5" name="Freeform 18"/>
            <p:cNvSpPr>
              <a:spLocks/>
            </p:cNvSpPr>
            <p:nvPr/>
          </p:nvSpPr>
          <p:spPr bwMode="gray">
            <a:xfrm>
              <a:off x="7624763" y="441325"/>
              <a:ext cx="44450" cy="114300"/>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6" name="Freeform 20"/>
            <p:cNvSpPr>
              <a:spLocks/>
            </p:cNvSpPr>
            <p:nvPr/>
          </p:nvSpPr>
          <p:spPr bwMode="gray">
            <a:xfrm>
              <a:off x="7693025" y="474663"/>
              <a:ext cx="88900" cy="80962"/>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47" name="Freeform 22"/>
            <p:cNvSpPr>
              <a:spLocks/>
            </p:cNvSpPr>
            <p:nvPr/>
          </p:nvSpPr>
          <p:spPr bwMode="gray">
            <a:xfrm>
              <a:off x="7807325" y="474663"/>
              <a:ext cx="61913" cy="825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0" name="Freeform 24"/>
            <p:cNvSpPr>
              <a:spLocks noEditPoints="1"/>
            </p:cNvSpPr>
            <p:nvPr/>
          </p:nvSpPr>
          <p:spPr bwMode="gray">
            <a:xfrm>
              <a:off x="7880350" y="474663"/>
              <a:ext cx="92075" cy="114300"/>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1" name="Freeform 27"/>
            <p:cNvSpPr>
              <a:spLocks/>
            </p:cNvSpPr>
            <p:nvPr/>
          </p:nvSpPr>
          <p:spPr bwMode="gray">
            <a:xfrm>
              <a:off x="7988300" y="474663"/>
              <a:ext cx="36513" cy="80962"/>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2" name="Freeform 29"/>
            <p:cNvSpPr>
              <a:spLocks/>
            </p:cNvSpPr>
            <p:nvPr/>
          </p:nvSpPr>
          <p:spPr bwMode="gray">
            <a:xfrm>
              <a:off x="8001000" y="441325"/>
              <a:ext cx="26988" cy="23813"/>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3" name="Freeform 31"/>
            <p:cNvSpPr>
              <a:spLocks/>
            </p:cNvSpPr>
            <p:nvPr/>
          </p:nvSpPr>
          <p:spPr bwMode="gray">
            <a:xfrm>
              <a:off x="8045450" y="474663"/>
              <a:ext cx="69850" cy="80962"/>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4" name="Freeform 33"/>
            <p:cNvSpPr>
              <a:spLocks noEditPoints="1"/>
            </p:cNvSpPr>
            <p:nvPr/>
          </p:nvSpPr>
          <p:spPr bwMode="gray">
            <a:xfrm>
              <a:off x="8124825" y="474663"/>
              <a:ext cx="76200"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5" name="Freeform 36"/>
            <p:cNvSpPr>
              <a:spLocks/>
            </p:cNvSpPr>
            <p:nvPr/>
          </p:nvSpPr>
          <p:spPr bwMode="gray">
            <a:xfrm>
              <a:off x="8332788" y="438150"/>
              <a:ext cx="90487" cy="11747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6" name="Freeform 38"/>
            <p:cNvSpPr>
              <a:spLocks noEditPoints="1"/>
            </p:cNvSpPr>
            <p:nvPr/>
          </p:nvSpPr>
          <p:spPr bwMode="gray">
            <a:xfrm>
              <a:off x="8443913" y="474663"/>
              <a:ext cx="77787" cy="825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7" name="Freeform 41"/>
            <p:cNvSpPr>
              <a:spLocks/>
            </p:cNvSpPr>
            <p:nvPr/>
          </p:nvSpPr>
          <p:spPr bwMode="gray">
            <a:xfrm>
              <a:off x="8262938"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8" name="Freeform 43"/>
            <p:cNvSpPr>
              <a:spLocks/>
            </p:cNvSpPr>
            <p:nvPr/>
          </p:nvSpPr>
          <p:spPr bwMode="gray">
            <a:xfrm>
              <a:off x="8575675" y="442913"/>
              <a:ext cx="130175" cy="112712"/>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59" name="Freeform 45"/>
            <p:cNvSpPr>
              <a:spLocks noEditPoints="1"/>
            </p:cNvSpPr>
            <p:nvPr/>
          </p:nvSpPr>
          <p:spPr bwMode="gray">
            <a:xfrm>
              <a:off x="8726488" y="474663"/>
              <a:ext cx="77787"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0" name="Freeform 48"/>
            <p:cNvSpPr>
              <a:spLocks/>
            </p:cNvSpPr>
            <p:nvPr/>
          </p:nvSpPr>
          <p:spPr bwMode="gray">
            <a:xfrm>
              <a:off x="8909050"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1" name="Freeform 50"/>
            <p:cNvSpPr>
              <a:spLocks/>
            </p:cNvSpPr>
            <p:nvPr/>
          </p:nvSpPr>
          <p:spPr bwMode="gray">
            <a:xfrm>
              <a:off x="8805863" y="476250"/>
              <a:ext cx="95250" cy="793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spcBef>
                  <a:spcPts val="0"/>
                </a:spcBef>
                <a:spcAft>
                  <a:spcPts val="0"/>
                </a:spcAft>
                <a:defRPr/>
              </a:pPr>
              <a:endParaRPr kumimoji="0" lang="ja-JP" altLang="en-US" sz="1813" kern="0">
                <a:solidFill>
                  <a:sysClr val="windowText" lastClr="000000"/>
                </a:solidFill>
              </a:endParaRPr>
            </a:p>
          </p:txBody>
        </p:sp>
        <p:sp>
          <p:nvSpPr>
            <p:cNvPr id="62" name="Freeform 52"/>
            <p:cNvSpPr>
              <a:spLocks/>
            </p:cNvSpPr>
            <p:nvPr/>
          </p:nvSpPr>
          <p:spPr bwMode="gray">
            <a:xfrm>
              <a:off x="8899525" y="419100"/>
              <a:ext cx="50800" cy="33338"/>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spcBef>
                  <a:spcPts val="0"/>
                </a:spcBef>
                <a:spcAft>
                  <a:spcPts val="0"/>
                </a:spcAft>
                <a:defRPr/>
              </a:pPr>
              <a:endParaRPr kumimoji="0" lang="ja-JP" altLang="en-US" sz="1813" kern="0">
                <a:solidFill>
                  <a:sysClr val="windowText" lastClr="000000"/>
                </a:solidFill>
              </a:endParaRPr>
            </a:p>
          </p:txBody>
        </p:sp>
      </p:gr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74" name="グループ化 62"/>
          <p:cNvGrpSpPr/>
          <p:nvPr userDrawn="1"/>
        </p:nvGrpSpPr>
        <p:grpSpPr bwMode="gray">
          <a:xfrm>
            <a:off x="9"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33" name="Text Box 13">
            <a:extLst>
              <a:ext uri="{FF2B5EF4-FFF2-40B4-BE49-F238E27FC236}">
                <a16:creationId xmlns:a16="http://schemas.microsoft.com/office/drawing/2014/main" id="{55305D80-A26C-4C8F-8ED6-8AB2A8E078A2}"/>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1865189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1_タイトルのみ">
    <p:spTree>
      <p:nvGrpSpPr>
        <p:cNvPr id="1" name=""/>
        <p:cNvGrpSpPr/>
        <p:nvPr/>
      </p:nvGrpSpPr>
      <p:grpSpPr>
        <a:xfrm>
          <a:off x="0" y="0"/>
          <a:ext cx="0" cy="0"/>
          <a:chOff x="0" y="0"/>
          <a:chExt cx="0" cy="0"/>
        </a:xfrm>
      </p:grpSpPr>
      <p:sp>
        <p:nvSpPr>
          <p:cNvPr id="2" name="タイトル 1"/>
          <p:cNvSpPr>
            <a:spLocks noGrp="1"/>
          </p:cNvSpPr>
          <p:nvPr userDrawn="1">
            <p:ph type="title" hasCustomPrompt="1"/>
          </p:nvPr>
        </p:nvSpPr>
        <p:spPr bwMode="gray">
          <a:xfrm>
            <a:off x="113202" y="134614"/>
            <a:ext cx="2004234" cy="424711"/>
          </a:xfrm>
          <a:prstGeom prst="rect">
            <a:avLst/>
          </a:prstGeom>
        </p:spPr>
        <p:txBody>
          <a:bodyPr wrap="none" lIns="146288" tIns="73142" rIns="146288" bIns="73142">
            <a:spAutoFit/>
          </a:bodyPr>
          <a:lstStyle>
            <a:lvl1pPr>
              <a:defRPr lang="en-US" altLang="ja-JP" sz="1600" b="1" smtClean="0">
                <a:solidFill>
                  <a:schemeClr val="tx1"/>
                </a:solidFill>
                <a:ea typeface="ＭＳ Ｐゴシック" pitchFamily="50" charset="-128"/>
                <a:cs typeface="Arial" charset="0"/>
              </a:defRPr>
            </a:lvl1pPr>
          </a:lstStyle>
          <a:p>
            <a:r>
              <a:rPr lang="en-US" altLang="ja-JP" b="1">
                <a:latin typeface="+mj-lt"/>
                <a:ea typeface="ＭＳ Ｐゴシック" pitchFamily="50" charset="-128"/>
                <a:cs typeface="Arial" charset="0"/>
              </a:rPr>
              <a:t>Contents Title</a:t>
            </a:r>
            <a:endParaRPr lang="ja-JP" altLang="en-US"/>
          </a:p>
        </p:txBody>
      </p:sp>
      <p:sp>
        <p:nvSpPr>
          <p:cNvPr id="36" name="スライド番号プレースホルダ 2"/>
          <p:cNvSpPr txBox="1">
            <a:spLocks/>
          </p:cNvSpPr>
          <p:nvPr userDrawn="1"/>
        </p:nvSpPr>
        <p:spPr bwMode="gray">
          <a:xfrm>
            <a:off x="8560363" y="4916262"/>
            <a:ext cx="488951" cy="228600"/>
          </a:xfrm>
          <a:prstGeom prst="rect">
            <a:avLst/>
          </a:prstGeom>
        </p:spPr>
        <p:txBody>
          <a:bodyPr lIns="91430" tIns="45714" rIns="91430" bIns="45714"/>
          <a:lstStyle>
            <a:lvl1pPr algn="r">
              <a:defRPr sz="880" smtClean="0">
                <a:latin typeface="Arial" pitchFamily="34" charset="0"/>
                <a:cs typeface="Arial" pitchFamily="34" charset="0"/>
              </a:defRPr>
            </a:lvl1pPr>
          </a:lstStyle>
          <a:p>
            <a:pPr defTabSz="914252" fontAlgn="auto">
              <a:lnSpc>
                <a:spcPct val="100000"/>
              </a:lnSpc>
              <a:spcBef>
                <a:spcPts val="0"/>
              </a:spcBef>
              <a:spcAft>
                <a:spcPts val="0"/>
              </a:spcAft>
              <a:defRPr/>
            </a:pPr>
            <a:fld id="{790173A9-6621-4FFE-BC07-AC198BDD4C9A}" type="slidenum">
              <a:rPr kumimoji="0" lang="en-US" altLang="ja-JP" sz="1125">
                <a:solidFill>
                  <a:prstClr val="black"/>
                </a:solidFill>
              </a:rPr>
              <a:pPr defTabSz="914252" fontAlgn="auto">
                <a:lnSpc>
                  <a:spcPct val="100000"/>
                </a:lnSpc>
                <a:spcBef>
                  <a:spcPts val="0"/>
                </a:spcBef>
                <a:spcAft>
                  <a:spcPts val="0"/>
                </a:spcAft>
                <a:defRPr/>
              </a:pPr>
              <a:t>‹#›</a:t>
            </a:fld>
            <a:endParaRPr kumimoji="0" lang="en-US" altLang="ja-JP" sz="1125">
              <a:solidFill>
                <a:prstClr val="black"/>
              </a:solidFill>
            </a:endParaRPr>
          </a:p>
        </p:txBody>
      </p:sp>
      <p:grpSp>
        <p:nvGrpSpPr>
          <p:cNvPr id="37" name="グループ化 55"/>
          <p:cNvGrpSpPr>
            <a:grpSpLocks noChangeAspect="1"/>
          </p:cNvGrpSpPr>
          <p:nvPr userDrawn="1"/>
        </p:nvGrpSpPr>
        <p:grpSpPr bwMode="gray">
          <a:xfrm>
            <a:off x="7772670" y="138119"/>
            <a:ext cx="1196706" cy="343329"/>
            <a:chOff x="7624763" y="203200"/>
            <a:chExt cx="1344612" cy="385763"/>
          </a:xfrm>
        </p:grpSpPr>
        <p:sp>
          <p:nvSpPr>
            <p:cNvPr id="38" name="Freeform 5"/>
            <p:cNvSpPr>
              <a:spLocks/>
            </p:cNvSpPr>
            <p:nvPr/>
          </p:nvSpPr>
          <p:spPr bwMode="gray">
            <a:xfrm>
              <a:off x="8613775" y="207963"/>
              <a:ext cx="192088"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9" name="Freeform 7"/>
            <p:cNvSpPr>
              <a:spLocks/>
            </p:cNvSpPr>
            <p:nvPr/>
          </p:nvSpPr>
          <p:spPr bwMode="gray">
            <a:xfrm>
              <a:off x="8008938" y="207963"/>
              <a:ext cx="195262" cy="180975"/>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0" name="Freeform 9"/>
            <p:cNvSpPr>
              <a:spLocks noEditPoints="1"/>
            </p:cNvSpPr>
            <p:nvPr/>
          </p:nvSpPr>
          <p:spPr bwMode="gray">
            <a:xfrm>
              <a:off x="8161338" y="207963"/>
              <a:ext cx="230187" cy="180975"/>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1" name="Rectangle 12"/>
            <p:cNvSpPr>
              <a:spLocks noChangeArrowheads="1"/>
            </p:cNvSpPr>
            <p:nvPr/>
          </p:nvSpPr>
          <p:spPr bwMode="gray">
            <a:xfrm>
              <a:off x="8845550" y="207963"/>
              <a:ext cx="47625"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2" name="Freeform 13"/>
            <p:cNvSpPr>
              <a:spLocks/>
            </p:cNvSpPr>
            <p:nvPr/>
          </p:nvSpPr>
          <p:spPr bwMode="gray">
            <a:xfrm>
              <a:off x="7710488" y="207963"/>
              <a:ext cx="193675" cy="180975"/>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3" name="Rectangle 15"/>
            <p:cNvSpPr>
              <a:spLocks noChangeArrowheads="1"/>
            </p:cNvSpPr>
            <p:nvPr/>
          </p:nvSpPr>
          <p:spPr bwMode="gray">
            <a:xfrm>
              <a:off x="7942263" y="207963"/>
              <a:ext cx="49212" cy="180975"/>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4" name="Freeform 16"/>
            <p:cNvSpPr>
              <a:spLocks/>
            </p:cNvSpPr>
            <p:nvPr/>
          </p:nvSpPr>
          <p:spPr bwMode="gray">
            <a:xfrm>
              <a:off x="8383588" y="203200"/>
              <a:ext cx="204787" cy="192088"/>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5" name="Freeform 18"/>
            <p:cNvSpPr>
              <a:spLocks/>
            </p:cNvSpPr>
            <p:nvPr/>
          </p:nvSpPr>
          <p:spPr bwMode="gray">
            <a:xfrm>
              <a:off x="7624763" y="441325"/>
              <a:ext cx="44450" cy="114300"/>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6" name="Freeform 20"/>
            <p:cNvSpPr>
              <a:spLocks/>
            </p:cNvSpPr>
            <p:nvPr/>
          </p:nvSpPr>
          <p:spPr bwMode="gray">
            <a:xfrm>
              <a:off x="7693025" y="474663"/>
              <a:ext cx="88900" cy="80962"/>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47" name="Freeform 22"/>
            <p:cNvSpPr>
              <a:spLocks/>
            </p:cNvSpPr>
            <p:nvPr/>
          </p:nvSpPr>
          <p:spPr bwMode="gray">
            <a:xfrm>
              <a:off x="7807325" y="474663"/>
              <a:ext cx="61913" cy="825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0" name="Freeform 24"/>
            <p:cNvSpPr>
              <a:spLocks noEditPoints="1"/>
            </p:cNvSpPr>
            <p:nvPr/>
          </p:nvSpPr>
          <p:spPr bwMode="gray">
            <a:xfrm>
              <a:off x="7880350" y="474663"/>
              <a:ext cx="92075" cy="114300"/>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1" name="Freeform 27"/>
            <p:cNvSpPr>
              <a:spLocks/>
            </p:cNvSpPr>
            <p:nvPr/>
          </p:nvSpPr>
          <p:spPr bwMode="gray">
            <a:xfrm>
              <a:off x="7988300" y="474663"/>
              <a:ext cx="36513" cy="80962"/>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2" name="Freeform 29"/>
            <p:cNvSpPr>
              <a:spLocks/>
            </p:cNvSpPr>
            <p:nvPr/>
          </p:nvSpPr>
          <p:spPr bwMode="gray">
            <a:xfrm>
              <a:off x="8001000" y="441325"/>
              <a:ext cx="26988" cy="23813"/>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3" name="Freeform 31"/>
            <p:cNvSpPr>
              <a:spLocks/>
            </p:cNvSpPr>
            <p:nvPr/>
          </p:nvSpPr>
          <p:spPr bwMode="gray">
            <a:xfrm>
              <a:off x="8045450" y="474663"/>
              <a:ext cx="69850" cy="80962"/>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4" name="Freeform 33"/>
            <p:cNvSpPr>
              <a:spLocks noEditPoints="1"/>
            </p:cNvSpPr>
            <p:nvPr/>
          </p:nvSpPr>
          <p:spPr bwMode="gray">
            <a:xfrm>
              <a:off x="8124825" y="474663"/>
              <a:ext cx="76200"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5" name="Freeform 36"/>
            <p:cNvSpPr>
              <a:spLocks/>
            </p:cNvSpPr>
            <p:nvPr/>
          </p:nvSpPr>
          <p:spPr bwMode="gray">
            <a:xfrm>
              <a:off x="8332788" y="438150"/>
              <a:ext cx="90487" cy="11747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6" name="Freeform 38"/>
            <p:cNvSpPr>
              <a:spLocks noEditPoints="1"/>
            </p:cNvSpPr>
            <p:nvPr/>
          </p:nvSpPr>
          <p:spPr bwMode="gray">
            <a:xfrm>
              <a:off x="8443913" y="474663"/>
              <a:ext cx="77787" cy="825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7" name="Freeform 41"/>
            <p:cNvSpPr>
              <a:spLocks/>
            </p:cNvSpPr>
            <p:nvPr/>
          </p:nvSpPr>
          <p:spPr bwMode="gray">
            <a:xfrm>
              <a:off x="8262938"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8" name="Freeform 43"/>
            <p:cNvSpPr>
              <a:spLocks/>
            </p:cNvSpPr>
            <p:nvPr/>
          </p:nvSpPr>
          <p:spPr bwMode="gray">
            <a:xfrm>
              <a:off x="8575675" y="442913"/>
              <a:ext cx="130175" cy="112712"/>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59" name="Freeform 45"/>
            <p:cNvSpPr>
              <a:spLocks noEditPoints="1"/>
            </p:cNvSpPr>
            <p:nvPr/>
          </p:nvSpPr>
          <p:spPr bwMode="gray">
            <a:xfrm>
              <a:off x="8726488" y="474663"/>
              <a:ext cx="77787" cy="825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0" name="Freeform 48"/>
            <p:cNvSpPr>
              <a:spLocks/>
            </p:cNvSpPr>
            <p:nvPr/>
          </p:nvSpPr>
          <p:spPr bwMode="gray">
            <a:xfrm>
              <a:off x="8909050" y="452438"/>
              <a:ext cx="60325" cy="104775"/>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1" name="Freeform 50"/>
            <p:cNvSpPr>
              <a:spLocks/>
            </p:cNvSpPr>
            <p:nvPr/>
          </p:nvSpPr>
          <p:spPr bwMode="gray">
            <a:xfrm>
              <a:off x="8805863" y="476250"/>
              <a:ext cx="95250" cy="793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62" name="Freeform 52"/>
            <p:cNvSpPr>
              <a:spLocks/>
            </p:cNvSpPr>
            <p:nvPr/>
          </p:nvSpPr>
          <p:spPr bwMode="gray">
            <a:xfrm>
              <a:off x="8899525" y="419100"/>
              <a:ext cx="50800" cy="33338"/>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0" tIns="45714" rIns="91430" bIns="45714"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74" name="グループ化 62"/>
          <p:cNvGrpSpPr/>
          <p:nvPr userDrawn="1"/>
        </p:nvGrpSpPr>
        <p:grpSpPr bwMode="gray">
          <a:xfrm>
            <a:off x="9"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sp>
        <p:nvSpPr>
          <p:cNvPr id="33" name="Text Box 13">
            <a:extLst>
              <a:ext uri="{FF2B5EF4-FFF2-40B4-BE49-F238E27FC236}">
                <a16:creationId xmlns:a16="http://schemas.microsoft.com/office/drawing/2014/main" id="{CCA24EED-541F-4492-98A0-C71808A4B763}"/>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2022. All rights reserved.</a:t>
            </a:r>
          </a:p>
        </p:txBody>
      </p:sp>
    </p:spTree>
    <p:extLst>
      <p:ext uri="{BB962C8B-B14F-4D97-AF65-F5344CB8AC3E}">
        <p14:creationId xmlns:p14="http://schemas.microsoft.com/office/powerpoint/2010/main" val="4276346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0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3" y="4916262"/>
            <a:ext cx="488951" cy="228600"/>
          </a:xfrm>
          <a:prstGeom prst="rect">
            <a:avLst/>
          </a:prstGeom>
        </p:spPr>
        <p:txBody>
          <a:bodyPr lIns="146288" tIns="73142" rIns="146288" bIns="73142"/>
          <a:lstStyle>
            <a:lvl1pPr algn="r">
              <a:defRPr sz="900" smtClean="0">
                <a:solidFill>
                  <a:schemeClr val="tx1"/>
                </a:solidFill>
                <a:latin typeface="Arial" pitchFamily="34" charset="0"/>
                <a:cs typeface="Arial" pitchFamily="34" charset="0"/>
              </a:defRPr>
            </a:lvl1pPr>
          </a:lstStyle>
          <a:p>
            <a:pPr defTabSz="457178">
              <a:defRPr/>
            </a:pPr>
            <a:fld id="{790173A9-6621-4FFE-BC07-AC198BDD4C9A}" type="slidenum">
              <a:rPr lang="en-US" altLang="ja-JP" smtClean="0">
                <a:solidFill>
                  <a:prstClr val="black"/>
                </a:solidFill>
              </a:rPr>
              <a:pPr defTabSz="457178">
                <a:defRPr/>
              </a:pPr>
              <a:t>‹#›</a:t>
            </a:fld>
            <a:endParaRPr lang="en-US" altLang="ja-JP">
              <a:solidFill>
                <a:prstClr val="black"/>
              </a:solidFill>
            </a:endParaRPr>
          </a:p>
        </p:txBody>
      </p:sp>
      <p:grpSp>
        <p:nvGrpSpPr>
          <p:cNvPr id="102" name="グループ化 101"/>
          <p:cNvGrpSpPr>
            <a:grpSpLocks noChangeAspect="1"/>
          </p:cNvGrpSpPr>
          <p:nvPr userDrawn="1"/>
        </p:nvGrpSpPr>
        <p:grpSpPr bwMode="gray">
          <a:xfrm>
            <a:off x="7055471" y="402736"/>
            <a:ext cx="1764681" cy="507223"/>
            <a:chOff x="6642100" y="547566"/>
            <a:chExt cx="1982788" cy="569913"/>
          </a:xfrm>
        </p:grpSpPr>
        <p:sp>
          <p:nvSpPr>
            <p:cNvPr id="103" name="Freeform 5"/>
            <p:cNvSpPr>
              <a:spLocks/>
            </p:cNvSpPr>
            <p:nvPr/>
          </p:nvSpPr>
          <p:spPr bwMode="gray">
            <a:xfrm>
              <a:off x="8099425"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2147483647 w 781"/>
                <a:gd name="T47" fmla="*/ 2147483647 h 734"/>
                <a:gd name="T48" fmla="*/ 2147483647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4" y="0"/>
                  </a:moveTo>
                  <a:lnTo>
                    <a:pt x="194" y="0"/>
                  </a:lnTo>
                  <a:lnTo>
                    <a:pt x="194" y="293"/>
                  </a:lnTo>
                  <a:lnTo>
                    <a:pt x="586" y="293"/>
                  </a:lnTo>
                  <a:lnTo>
                    <a:pt x="586" y="0"/>
                  </a:lnTo>
                  <a:lnTo>
                    <a:pt x="781" y="0"/>
                  </a:lnTo>
                  <a:lnTo>
                    <a:pt x="781" y="367"/>
                  </a:lnTo>
                  <a:lnTo>
                    <a:pt x="781" y="734"/>
                  </a:lnTo>
                  <a:lnTo>
                    <a:pt x="586" y="734"/>
                  </a:lnTo>
                  <a:lnTo>
                    <a:pt x="586" y="411"/>
                  </a:lnTo>
                  <a:lnTo>
                    <a:pt x="526" y="411"/>
                  </a:lnTo>
                  <a:lnTo>
                    <a:pt x="390" y="411"/>
                  </a:lnTo>
                  <a:lnTo>
                    <a:pt x="194" y="411"/>
                  </a:lnTo>
                  <a:lnTo>
                    <a:pt x="194" y="734"/>
                  </a:lnTo>
                  <a:lnTo>
                    <a:pt x="0" y="734"/>
                  </a:lnTo>
                  <a:lnTo>
                    <a:pt x="1" y="367"/>
                  </a:lnTo>
                  <a:lnTo>
                    <a:pt x="1" y="115"/>
                  </a:lnTo>
                  <a:lnTo>
                    <a:pt x="0" y="0"/>
                  </a:lnTo>
                  <a:lnTo>
                    <a:pt x="194"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4" name="Freeform 7"/>
            <p:cNvSpPr>
              <a:spLocks/>
            </p:cNvSpPr>
            <p:nvPr/>
          </p:nvSpPr>
          <p:spPr bwMode="gray">
            <a:xfrm>
              <a:off x="7207250" y="555504"/>
              <a:ext cx="288925" cy="268287"/>
            </a:xfrm>
            <a:custGeom>
              <a:avLst/>
              <a:gdLst>
                <a:gd name="T0" fmla="*/ 2147483647 w 788"/>
                <a:gd name="T1" fmla="*/ 0 h 734"/>
                <a:gd name="T2" fmla="*/ 2147483647 w 788"/>
                <a:gd name="T3" fmla="*/ 0 h 734"/>
                <a:gd name="T4" fmla="*/ 2147483647 w 788"/>
                <a:gd name="T5" fmla="*/ 2147483647 h 734"/>
                <a:gd name="T6" fmla="*/ 2147483647 w 788"/>
                <a:gd name="T7" fmla="*/ 2147483647 h 734"/>
                <a:gd name="T8" fmla="*/ 2147483647 w 788"/>
                <a:gd name="T9" fmla="*/ 2147483647 h 734"/>
                <a:gd name="T10" fmla="*/ 2147483647 w 788"/>
                <a:gd name="T11" fmla="*/ 2147483647 h 734"/>
                <a:gd name="T12" fmla="*/ 2147483647 w 788"/>
                <a:gd name="T13" fmla="*/ 2147483647 h 734"/>
                <a:gd name="T14" fmla="*/ 0 w 788"/>
                <a:gd name="T15" fmla="*/ 2147483647 h 734"/>
                <a:gd name="T16" fmla="*/ 0 w 788"/>
                <a:gd name="T17" fmla="*/ 2147483647 h 734"/>
                <a:gd name="T18" fmla="*/ 0 w 788"/>
                <a:gd name="T19" fmla="*/ 0 h 734"/>
                <a:gd name="T20" fmla="*/ 0 w 788"/>
                <a:gd name="T21" fmla="*/ 0 h 734"/>
                <a:gd name="T22" fmla="*/ 2147483647 w 788"/>
                <a:gd name="T23" fmla="*/ 0 h 7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88"/>
                <a:gd name="T37" fmla="*/ 0 h 734"/>
                <a:gd name="T38" fmla="*/ 788 w 788"/>
                <a:gd name="T39" fmla="*/ 734 h 7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88" h="734">
                  <a:moveTo>
                    <a:pt x="788" y="0"/>
                  </a:moveTo>
                  <a:lnTo>
                    <a:pt x="788" y="0"/>
                  </a:lnTo>
                  <a:lnTo>
                    <a:pt x="788" y="124"/>
                  </a:lnTo>
                  <a:lnTo>
                    <a:pt x="491" y="124"/>
                  </a:lnTo>
                  <a:lnTo>
                    <a:pt x="491" y="734"/>
                  </a:lnTo>
                  <a:lnTo>
                    <a:pt x="297" y="734"/>
                  </a:lnTo>
                  <a:lnTo>
                    <a:pt x="297" y="124"/>
                  </a:lnTo>
                  <a:lnTo>
                    <a:pt x="0" y="124"/>
                  </a:lnTo>
                  <a:lnTo>
                    <a:pt x="0" y="0"/>
                  </a:lnTo>
                  <a:lnTo>
                    <a:pt x="788"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5" name="Freeform 9"/>
            <p:cNvSpPr>
              <a:spLocks noEditPoints="1"/>
            </p:cNvSpPr>
            <p:nvPr/>
          </p:nvSpPr>
          <p:spPr bwMode="gray">
            <a:xfrm>
              <a:off x="7434263" y="555504"/>
              <a:ext cx="338137" cy="268287"/>
            </a:xfrm>
            <a:custGeom>
              <a:avLst/>
              <a:gdLst>
                <a:gd name="T0" fmla="*/ 2147483647 w 924"/>
                <a:gd name="T1" fmla="*/ 2147483647 h 734"/>
                <a:gd name="T2" fmla="*/ 2147483647 w 924"/>
                <a:gd name="T3" fmla="*/ 2147483647 h 734"/>
                <a:gd name="T4" fmla="*/ 2147483647 w 924"/>
                <a:gd name="T5" fmla="*/ 2147483647 h 734"/>
                <a:gd name="T6" fmla="*/ 2147483647 w 924"/>
                <a:gd name="T7" fmla="*/ 2147483647 h 734"/>
                <a:gd name="T8" fmla="*/ 2147483647 w 924"/>
                <a:gd name="T9" fmla="*/ 2147483647 h 734"/>
                <a:gd name="T10" fmla="*/ 2147483647 w 924"/>
                <a:gd name="T11" fmla="*/ 2147483647 h 734"/>
                <a:gd name="T12" fmla="*/ 2147483647 w 924"/>
                <a:gd name="T13" fmla="*/ 2147483647 h 734"/>
                <a:gd name="T14" fmla="*/ 2147483647 w 924"/>
                <a:gd name="T15" fmla="*/ 2147483647 h 734"/>
                <a:gd name="T16" fmla="*/ 2147483647 w 924"/>
                <a:gd name="T17" fmla="*/ 2147483647 h 734"/>
                <a:gd name="T18" fmla="*/ 2147483647 w 924"/>
                <a:gd name="T19" fmla="*/ 2147483647 h 734"/>
                <a:gd name="T20" fmla="*/ 2147483647 w 924"/>
                <a:gd name="T21" fmla="*/ 2147483647 h 734"/>
                <a:gd name="T22" fmla="*/ 2147483647 w 924"/>
                <a:gd name="T23" fmla="*/ 2147483647 h 734"/>
                <a:gd name="T24" fmla="*/ 2147483647 w 924"/>
                <a:gd name="T25" fmla="*/ 2147483647 h 734"/>
                <a:gd name="T26" fmla="*/ 2147483647 w 924"/>
                <a:gd name="T27" fmla="*/ 2147483647 h 734"/>
                <a:gd name="T28" fmla="*/ 2147483647 w 924"/>
                <a:gd name="T29" fmla="*/ 2147483647 h 734"/>
                <a:gd name="T30" fmla="*/ 0 w 924"/>
                <a:gd name="T31" fmla="*/ 2147483647 h 734"/>
                <a:gd name="T32" fmla="*/ 2147483647 w 924"/>
                <a:gd name="T33" fmla="*/ 0 h 734"/>
                <a:gd name="T34" fmla="*/ 2147483647 w 924"/>
                <a:gd name="T35" fmla="*/ 0 h 734"/>
                <a:gd name="T36" fmla="*/ 2147483647 w 924"/>
                <a:gd name="T37" fmla="*/ 0 h 734"/>
                <a:gd name="T38" fmla="*/ 2147483647 w 924"/>
                <a:gd name="T39" fmla="*/ 0 h 734"/>
                <a:gd name="T40" fmla="*/ 2147483647 w 924"/>
                <a:gd name="T41" fmla="*/ 2147483647 h 73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4"/>
                <a:gd name="T64" fmla="*/ 0 h 734"/>
                <a:gd name="T65" fmla="*/ 924 w 924"/>
                <a:gd name="T66" fmla="*/ 734 h 73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4" h="734">
                  <a:moveTo>
                    <a:pt x="463" y="124"/>
                  </a:moveTo>
                  <a:lnTo>
                    <a:pt x="327" y="459"/>
                  </a:lnTo>
                  <a:lnTo>
                    <a:pt x="597" y="459"/>
                  </a:lnTo>
                  <a:lnTo>
                    <a:pt x="463" y="124"/>
                  </a:lnTo>
                  <a:close/>
                  <a:moveTo>
                    <a:pt x="924" y="734"/>
                  </a:moveTo>
                  <a:lnTo>
                    <a:pt x="924" y="734"/>
                  </a:lnTo>
                  <a:lnTo>
                    <a:pt x="708" y="734"/>
                  </a:lnTo>
                  <a:lnTo>
                    <a:pt x="644" y="576"/>
                  </a:lnTo>
                  <a:lnTo>
                    <a:pt x="280" y="576"/>
                  </a:lnTo>
                  <a:lnTo>
                    <a:pt x="249" y="655"/>
                  </a:lnTo>
                  <a:lnTo>
                    <a:pt x="228" y="709"/>
                  </a:lnTo>
                  <a:lnTo>
                    <a:pt x="217" y="734"/>
                  </a:lnTo>
                  <a:lnTo>
                    <a:pt x="0" y="734"/>
                  </a:lnTo>
                  <a:lnTo>
                    <a:pt x="343" y="0"/>
                  </a:lnTo>
                  <a:lnTo>
                    <a:pt x="463" y="0"/>
                  </a:lnTo>
                  <a:lnTo>
                    <a:pt x="581" y="0"/>
                  </a:lnTo>
                  <a:lnTo>
                    <a:pt x="924" y="73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6" name="Rectangle 12"/>
            <p:cNvSpPr>
              <a:spLocks noChangeArrowheads="1"/>
            </p:cNvSpPr>
            <p:nvPr/>
          </p:nvSpPr>
          <p:spPr bwMode="gray">
            <a:xfrm>
              <a:off x="8440738"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7" name="Freeform 13"/>
            <p:cNvSpPr>
              <a:spLocks/>
            </p:cNvSpPr>
            <p:nvPr/>
          </p:nvSpPr>
          <p:spPr bwMode="gray">
            <a:xfrm>
              <a:off x="6769100" y="555504"/>
              <a:ext cx="285750" cy="268287"/>
            </a:xfrm>
            <a:custGeom>
              <a:avLst/>
              <a:gdLst>
                <a:gd name="T0" fmla="*/ 2147483647 w 781"/>
                <a:gd name="T1" fmla="*/ 0 h 734"/>
                <a:gd name="T2" fmla="*/ 2147483647 w 781"/>
                <a:gd name="T3" fmla="*/ 0 h 734"/>
                <a:gd name="T4" fmla="*/ 2147483647 w 781"/>
                <a:gd name="T5" fmla="*/ 2147483647 h 734"/>
                <a:gd name="T6" fmla="*/ 2147483647 w 781"/>
                <a:gd name="T7" fmla="*/ 2147483647 h 734"/>
                <a:gd name="T8" fmla="*/ 2147483647 w 781"/>
                <a:gd name="T9" fmla="*/ 2147483647 h 734"/>
                <a:gd name="T10" fmla="*/ 2147483647 w 781"/>
                <a:gd name="T11" fmla="*/ 0 h 734"/>
                <a:gd name="T12" fmla="*/ 2147483647 w 781"/>
                <a:gd name="T13" fmla="*/ 0 h 734"/>
                <a:gd name="T14" fmla="*/ 2147483647 w 781"/>
                <a:gd name="T15" fmla="*/ 0 h 734"/>
                <a:gd name="T16" fmla="*/ 2147483647 w 781"/>
                <a:gd name="T17" fmla="*/ 0 h 734"/>
                <a:gd name="T18" fmla="*/ 2147483647 w 781"/>
                <a:gd name="T19" fmla="*/ 2147483647 h 734"/>
                <a:gd name="T20" fmla="*/ 2147483647 w 781"/>
                <a:gd name="T21" fmla="*/ 2147483647 h 734"/>
                <a:gd name="T22" fmla="*/ 2147483647 w 781"/>
                <a:gd name="T23" fmla="*/ 2147483647 h 734"/>
                <a:gd name="T24" fmla="*/ 2147483647 w 781"/>
                <a:gd name="T25" fmla="*/ 2147483647 h 734"/>
                <a:gd name="T26" fmla="*/ 2147483647 w 781"/>
                <a:gd name="T27" fmla="*/ 2147483647 h 734"/>
                <a:gd name="T28" fmla="*/ 2147483647 w 781"/>
                <a:gd name="T29" fmla="*/ 2147483647 h 734"/>
                <a:gd name="T30" fmla="*/ 2147483647 w 781"/>
                <a:gd name="T31" fmla="*/ 2147483647 h 734"/>
                <a:gd name="T32" fmla="*/ 2147483647 w 781"/>
                <a:gd name="T33" fmla="*/ 2147483647 h 734"/>
                <a:gd name="T34" fmla="*/ 2147483647 w 781"/>
                <a:gd name="T35" fmla="*/ 2147483647 h 734"/>
                <a:gd name="T36" fmla="*/ 2147483647 w 781"/>
                <a:gd name="T37" fmla="*/ 2147483647 h 734"/>
                <a:gd name="T38" fmla="*/ 2147483647 w 781"/>
                <a:gd name="T39" fmla="*/ 2147483647 h 734"/>
                <a:gd name="T40" fmla="*/ 2147483647 w 781"/>
                <a:gd name="T41" fmla="*/ 2147483647 h 734"/>
                <a:gd name="T42" fmla="*/ 0 w 781"/>
                <a:gd name="T43" fmla="*/ 2147483647 h 734"/>
                <a:gd name="T44" fmla="*/ 0 w 781"/>
                <a:gd name="T45" fmla="*/ 2147483647 h 734"/>
                <a:gd name="T46" fmla="*/ 0 w 781"/>
                <a:gd name="T47" fmla="*/ 2147483647 h 734"/>
                <a:gd name="T48" fmla="*/ 0 w 781"/>
                <a:gd name="T49" fmla="*/ 2147483647 h 734"/>
                <a:gd name="T50" fmla="*/ 0 w 781"/>
                <a:gd name="T51" fmla="*/ 0 h 734"/>
                <a:gd name="T52" fmla="*/ 2147483647 w 781"/>
                <a:gd name="T53" fmla="*/ 0 h 73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81"/>
                <a:gd name="T82" fmla="*/ 0 h 734"/>
                <a:gd name="T83" fmla="*/ 781 w 781"/>
                <a:gd name="T84" fmla="*/ 734 h 73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81" h="734">
                  <a:moveTo>
                    <a:pt x="195" y="0"/>
                  </a:moveTo>
                  <a:lnTo>
                    <a:pt x="195" y="0"/>
                  </a:lnTo>
                  <a:lnTo>
                    <a:pt x="195" y="293"/>
                  </a:lnTo>
                  <a:lnTo>
                    <a:pt x="587" y="293"/>
                  </a:lnTo>
                  <a:lnTo>
                    <a:pt x="587" y="0"/>
                  </a:lnTo>
                  <a:lnTo>
                    <a:pt x="781" y="0"/>
                  </a:lnTo>
                  <a:lnTo>
                    <a:pt x="781" y="367"/>
                  </a:lnTo>
                  <a:lnTo>
                    <a:pt x="781" y="734"/>
                  </a:lnTo>
                  <a:lnTo>
                    <a:pt x="587" y="734"/>
                  </a:lnTo>
                  <a:lnTo>
                    <a:pt x="587" y="411"/>
                  </a:lnTo>
                  <a:lnTo>
                    <a:pt x="525" y="411"/>
                  </a:lnTo>
                  <a:lnTo>
                    <a:pt x="390" y="411"/>
                  </a:lnTo>
                  <a:lnTo>
                    <a:pt x="195" y="411"/>
                  </a:lnTo>
                  <a:lnTo>
                    <a:pt x="195" y="734"/>
                  </a:lnTo>
                  <a:lnTo>
                    <a:pt x="0" y="734"/>
                  </a:lnTo>
                  <a:lnTo>
                    <a:pt x="0" y="367"/>
                  </a:lnTo>
                  <a:lnTo>
                    <a:pt x="0" y="115"/>
                  </a:lnTo>
                  <a:lnTo>
                    <a:pt x="0" y="0"/>
                  </a:lnTo>
                  <a:lnTo>
                    <a:pt x="195"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8" name="Rectangle 15"/>
            <p:cNvSpPr>
              <a:spLocks noChangeArrowheads="1"/>
            </p:cNvSpPr>
            <p:nvPr/>
          </p:nvSpPr>
          <p:spPr bwMode="gray">
            <a:xfrm>
              <a:off x="7110413" y="555504"/>
              <a:ext cx="71437" cy="268287"/>
            </a:xfrm>
            <a:prstGeom prst="rect">
              <a:avLst/>
            </a:pr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09" name="Freeform 16"/>
            <p:cNvSpPr>
              <a:spLocks/>
            </p:cNvSpPr>
            <p:nvPr/>
          </p:nvSpPr>
          <p:spPr bwMode="gray">
            <a:xfrm>
              <a:off x="7759700" y="547566"/>
              <a:ext cx="303213" cy="282575"/>
            </a:xfrm>
            <a:custGeom>
              <a:avLst/>
              <a:gdLst>
                <a:gd name="T0" fmla="*/ 2147483647 w 828"/>
                <a:gd name="T1" fmla="*/ 2147483647 h 771"/>
                <a:gd name="T2" fmla="*/ 2147483647 w 828"/>
                <a:gd name="T3" fmla="*/ 2147483647 h 771"/>
                <a:gd name="T4" fmla="*/ 2147483647 w 828"/>
                <a:gd name="T5" fmla="*/ 2147483647 h 771"/>
                <a:gd name="T6" fmla="*/ 2147483647 w 828"/>
                <a:gd name="T7" fmla="*/ 2147483647 h 771"/>
                <a:gd name="T8" fmla="*/ 2147483647 w 828"/>
                <a:gd name="T9" fmla="*/ 2147483647 h 771"/>
                <a:gd name="T10" fmla="*/ 2147483647 w 828"/>
                <a:gd name="T11" fmla="*/ 2147483647 h 771"/>
                <a:gd name="T12" fmla="*/ 2147483647 w 828"/>
                <a:gd name="T13" fmla="*/ 2147483647 h 771"/>
                <a:gd name="T14" fmla="*/ 2147483647 w 828"/>
                <a:gd name="T15" fmla="*/ 2147483647 h 771"/>
                <a:gd name="T16" fmla="*/ 2147483647 w 828"/>
                <a:gd name="T17" fmla="*/ 2147483647 h 771"/>
                <a:gd name="T18" fmla="*/ 2147483647 w 828"/>
                <a:gd name="T19" fmla="*/ 2147483647 h 771"/>
                <a:gd name="T20" fmla="*/ 2147483647 w 828"/>
                <a:gd name="T21" fmla="*/ 2147483647 h 771"/>
                <a:gd name="T22" fmla="*/ 2147483647 w 828"/>
                <a:gd name="T23" fmla="*/ 2147483647 h 771"/>
                <a:gd name="T24" fmla="*/ 2147483647 w 828"/>
                <a:gd name="T25" fmla="*/ 2147483647 h 771"/>
                <a:gd name="T26" fmla="*/ 2147483647 w 828"/>
                <a:gd name="T27" fmla="*/ 2147483647 h 771"/>
                <a:gd name="T28" fmla="*/ 2147483647 w 828"/>
                <a:gd name="T29" fmla="*/ 2147483647 h 771"/>
                <a:gd name="T30" fmla="*/ 2147483647 w 828"/>
                <a:gd name="T31" fmla="*/ 2147483647 h 771"/>
                <a:gd name="T32" fmla="*/ 2147483647 w 828"/>
                <a:gd name="T33" fmla="*/ 2147483647 h 771"/>
                <a:gd name="T34" fmla="*/ 2147483647 w 828"/>
                <a:gd name="T35" fmla="*/ 2147483647 h 771"/>
                <a:gd name="T36" fmla="*/ 2147483647 w 828"/>
                <a:gd name="T37" fmla="*/ 2147483647 h 771"/>
                <a:gd name="T38" fmla="*/ 2147483647 w 828"/>
                <a:gd name="T39" fmla="*/ 2147483647 h 771"/>
                <a:gd name="T40" fmla="*/ 2147483647 w 828"/>
                <a:gd name="T41" fmla="*/ 2147483647 h 771"/>
                <a:gd name="T42" fmla="*/ 2147483647 w 828"/>
                <a:gd name="T43" fmla="*/ 2147483647 h 771"/>
                <a:gd name="T44" fmla="*/ 2147483647 w 828"/>
                <a:gd name="T45" fmla="*/ 2147483647 h 771"/>
                <a:gd name="T46" fmla="*/ 2147483647 w 828"/>
                <a:gd name="T47" fmla="*/ 2147483647 h 771"/>
                <a:gd name="T48" fmla="*/ 2147483647 w 828"/>
                <a:gd name="T49" fmla="*/ 2147483647 h 771"/>
                <a:gd name="T50" fmla="*/ 2147483647 w 828"/>
                <a:gd name="T51" fmla="*/ 2147483647 h 771"/>
                <a:gd name="T52" fmla="*/ 2147483647 w 828"/>
                <a:gd name="T53" fmla="*/ 2147483647 h 771"/>
                <a:gd name="T54" fmla="*/ 2147483647 w 828"/>
                <a:gd name="T55" fmla="*/ 2147483647 h 771"/>
                <a:gd name="T56" fmla="*/ 2147483647 w 828"/>
                <a:gd name="T57" fmla="*/ 2147483647 h 771"/>
                <a:gd name="T58" fmla="*/ 2147483647 w 828"/>
                <a:gd name="T59" fmla="*/ 2147483647 h 771"/>
                <a:gd name="T60" fmla="*/ 2147483647 w 828"/>
                <a:gd name="T61" fmla="*/ 2147483647 h 771"/>
                <a:gd name="T62" fmla="*/ 2147483647 w 828"/>
                <a:gd name="T63" fmla="*/ 2147483647 h 771"/>
                <a:gd name="T64" fmla="*/ 2147483647 w 828"/>
                <a:gd name="T65" fmla="*/ 2147483647 h 771"/>
                <a:gd name="T66" fmla="*/ 2147483647 w 828"/>
                <a:gd name="T67" fmla="*/ 2147483647 h 771"/>
                <a:gd name="T68" fmla="*/ 2147483647 w 828"/>
                <a:gd name="T69" fmla="*/ 2147483647 h 771"/>
                <a:gd name="T70" fmla="*/ 2147483647 w 828"/>
                <a:gd name="T71" fmla="*/ 2147483647 h 771"/>
                <a:gd name="T72" fmla="*/ 2147483647 w 828"/>
                <a:gd name="T73" fmla="*/ 2147483647 h 771"/>
                <a:gd name="T74" fmla="*/ 2147483647 w 828"/>
                <a:gd name="T75" fmla="*/ 2147483647 h 771"/>
                <a:gd name="T76" fmla="*/ 2147483647 w 828"/>
                <a:gd name="T77" fmla="*/ 2147483647 h 771"/>
                <a:gd name="T78" fmla="*/ 2147483647 w 828"/>
                <a:gd name="T79" fmla="*/ 2147483647 h 771"/>
                <a:gd name="T80" fmla="*/ 2147483647 w 828"/>
                <a:gd name="T81" fmla="*/ 2147483647 h 771"/>
                <a:gd name="T82" fmla="*/ 2147483647 w 828"/>
                <a:gd name="T83" fmla="*/ 2147483647 h 771"/>
                <a:gd name="T84" fmla="*/ 2147483647 w 828"/>
                <a:gd name="T85" fmla="*/ 2147483647 h 771"/>
                <a:gd name="T86" fmla="*/ 2147483647 w 828"/>
                <a:gd name="T87" fmla="*/ 2147483647 h 771"/>
                <a:gd name="T88" fmla="*/ 2147483647 w 828"/>
                <a:gd name="T89" fmla="*/ 2147483647 h 771"/>
                <a:gd name="T90" fmla="*/ 2147483647 w 828"/>
                <a:gd name="T91" fmla="*/ 2147483647 h 771"/>
                <a:gd name="T92" fmla="*/ 2147483647 w 828"/>
                <a:gd name="T93" fmla="*/ 2147483647 h 771"/>
                <a:gd name="T94" fmla="*/ 2147483647 w 828"/>
                <a:gd name="T95" fmla="*/ 2147483647 h 771"/>
                <a:gd name="T96" fmla="*/ 2147483647 w 828"/>
                <a:gd name="T97" fmla="*/ 2147483647 h 771"/>
                <a:gd name="T98" fmla="*/ 2147483647 w 828"/>
                <a:gd name="T99" fmla="*/ 2147483647 h 771"/>
                <a:gd name="T100" fmla="*/ 2147483647 w 828"/>
                <a:gd name="T101" fmla="*/ 2147483647 h 77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28"/>
                <a:gd name="T154" fmla="*/ 0 h 771"/>
                <a:gd name="T155" fmla="*/ 828 w 828"/>
                <a:gd name="T156" fmla="*/ 771 h 77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28" h="771">
                  <a:moveTo>
                    <a:pt x="27" y="550"/>
                  </a:moveTo>
                  <a:lnTo>
                    <a:pt x="27" y="550"/>
                  </a:lnTo>
                  <a:lnTo>
                    <a:pt x="21" y="530"/>
                  </a:lnTo>
                  <a:lnTo>
                    <a:pt x="15" y="512"/>
                  </a:lnTo>
                  <a:lnTo>
                    <a:pt x="11" y="493"/>
                  </a:lnTo>
                  <a:lnTo>
                    <a:pt x="7" y="474"/>
                  </a:lnTo>
                  <a:lnTo>
                    <a:pt x="5" y="453"/>
                  </a:lnTo>
                  <a:lnTo>
                    <a:pt x="2" y="434"/>
                  </a:lnTo>
                  <a:lnTo>
                    <a:pt x="1" y="414"/>
                  </a:lnTo>
                  <a:lnTo>
                    <a:pt x="0" y="394"/>
                  </a:lnTo>
                  <a:lnTo>
                    <a:pt x="1" y="365"/>
                  </a:lnTo>
                  <a:lnTo>
                    <a:pt x="3" y="336"/>
                  </a:lnTo>
                  <a:lnTo>
                    <a:pt x="7" y="308"/>
                  </a:lnTo>
                  <a:lnTo>
                    <a:pt x="12" y="280"/>
                  </a:lnTo>
                  <a:lnTo>
                    <a:pt x="18" y="253"/>
                  </a:lnTo>
                  <a:lnTo>
                    <a:pt x="27" y="228"/>
                  </a:lnTo>
                  <a:lnTo>
                    <a:pt x="38" y="203"/>
                  </a:lnTo>
                  <a:lnTo>
                    <a:pt x="50" y="180"/>
                  </a:lnTo>
                  <a:lnTo>
                    <a:pt x="66" y="156"/>
                  </a:lnTo>
                  <a:lnTo>
                    <a:pt x="84" y="135"/>
                  </a:lnTo>
                  <a:lnTo>
                    <a:pt x="102" y="114"/>
                  </a:lnTo>
                  <a:lnTo>
                    <a:pt x="122" y="95"/>
                  </a:lnTo>
                  <a:lnTo>
                    <a:pt x="143" y="78"/>
                  </a:lnTo>
                  <a:lnTo>
                    <a:pt x="167" y="63"/>
                  </a:lnTo>
                  <a:lnTo>
                    <a:pt x="192" y="50"/>
                  </a:lnTo>
                  <a:lnTo>
                    <a:pt x="217" y="40"/>
                  </a:lnTo>
                  <a:lnTo>
                    <a:pt x="243" y="31"/>
                  </a:lnTo>
                  <a:lnTo>
                    <a:pt x="268" y="22"/>
                  </a:lnTo>
                  <a:lnTo>
                    <a:pt x="295" y="16"/>
                  </a:lnTo>
                  <a:lnTo>
                    <a:pt x="322" y="11"/>
                  </a:lnTo>
                  <a:lnTo>
                    <a:pt x="350" y="6"/>
                  </a:lnTo>
                  <a:lnTo>
                    <a:pt x="376" y="3"/>
                  </a:lnTo>
                  <a:lnTo>
                    <a:pt x="405" y="1"/>
                  </a:lnTo>
                  <a:lnTo>
                    <a:pt x="433" y="0"/>
                  </a:lnTo>
                  <a:lnTo>
                    <a:pt x="465" y="1"/>
                  </a:lnTo>
                  <a:lnTo>
                    <a:pt x="497" y="4"/>
                  </a:lnTo>
                  <a:lnTo>
                    <a:pt x="529" y="9"/>
                  </a:lnTo>
                  <a:lnTo>
                    <a:pt x="560" y="14"/>
                  </a:lnTo>
                  <a:lnTo>
                    <a:pt x="590" y="21"/>
                  </a:lnTo>
                  <a:lnTo>
                    <a:pt x="620" y="30"/>
                  </a:lnTo>
                  <a:lnTo>
                    <a:pt x="650" y="41"/>
                  </a:lnTo>
                  <a:lnTo>
                    <a:pt x="678" y="52"/>
                  </a:lnTo>
                  <a:lnTo>
                    <a:pt x="691" y="59"/>
                  </a:lnTo>
                  <a:lnTo>
                    <a:pt x="703" y="65"/>
                  </a:lnTo>
                  <a:lnTo>
                    <a:pt x="715" y="73"/>
                  </a:lnTo>
                  <a:lnTo>
                    <a:pt x="727" y="81"/>
                  </a:lnTo>
                  <a:lnTo>
                    <a:pt x="739" y="90"/>
                  </a:lnTo>
                  <a:lnTo>
                    <a:pt x="748" y="99"/>
                  </a:lnTo>
                  <a:lnTo>
                    <a:pt x="759" y="109"/>
                  </a:lnTo>
                  <a:lnTo>
                    <a:pt x="767" y="120"/>
                  </a:lnTo>
                  <a:lnTo>
                    <a:pt x="776" y="130"/>
                  </a:lnTo>
                  <a:lnTo>
                    <a:pt x="785" y="142"/>
                  </a:lnTo>
                  <a:lnTo>
                    <a:pt x="792" y="155"/>
                  </a:lnTo>
                  <a:lnTo>
                    <a:pt x="798" y="168"/>
                  </a:lnTo>
                  <a:lnTo>
                    <a:pt x="804" y="181"/>
                  </a:lnTo>
                  <a:lnTo>
                    <a:pt x="809" y="194"/>
                  </a:lnTo>
                  <a:lnTo>
                    <a:pt x="813" y="207"/>
                  </a:lnTo>
                  <a:lnTo>
                    <a:pt x="817" y="221"/>
                  </a:lnTo>
                  <a:lnTo>
                    <a:pt x="821" y="245"/>
                  </a:lnTo>
                  <a:lnTo>
                    <a:pt x="824" y="268"/>
                  </a:lnTo>
                  <a:lnTo>
                    <a:pt x="620" y="268"/>
                  </a:lnTo>
                  <a:lnTo>
                    <a:pt x="619" y="253"/>
                  </a:lnTo>
                  <a:lnTo>
                    <a:pt x="617" y="240"/>
                  </a:lnTo>
                  <a:lnTo>
                    <a:pt x="614" y="226"/>
                  </a:lnTo>
                  <a:lnTo>
                    <a:pt x="609" y="212"/>
                  </a:lnTo>
                  <a:lnTo>
                    <a:pt x="603" y="197"/>
                  </a:lnTo>
                  <a:lnTo>
                    <a:pt x="594" y="183"/>
                  </a:lnTo>
                  <a:lnTo>
                    <a:pt x="585" y="170"/>
                  </a:lnTo>
                  <a:lnTo>
                    <a:pt x="574" y="159"/>
                  </a:lnTo>
                  <a:lnTo>
                    <a:pt x="561" y="149"/>
                  </a:lnTo>
                  <a:lnTo>
                    <a:pt x="547" y="140"/>
                  </a:lnTo>
                  <a:lnTo>
                    <a:pt x="533" y="133"/>
                  </a:lnTo>
                  <a:lnTo>
                    <a:pt x="519" y="127"/>
                  </a:lnTo>
                  <a:lnTo>
                    <a:pt x="497" y="122"/>
                  </a:lnTo>
                  <a:lnTo>
                    <a:pt x="477" y="118"/>
                  </a:lnTo>
                  <a:lnTo>
                    <a:pt x="455" y="115"/>
                  </a:lnTo>
                  <a:lnTo>
                    <a:pt x="433" y="114"/>
                  </a:lnTo>
                  <a:lnTo>
                    <a:pt x="408" y="115"/>
                  </a:lnTo>
                  <a:lnTo>
                    <a:pt x="384" y="119"/>
                  </a:lnTo>
                  <a:lnTo>
                    <a:pt x="359" y="124"/>
                  </a:lnTo>
                  <a:lnTo>
                    <a:pt x="337" y="130"/>
                  </a:lnTo>
                  <a:lnTo>
                    <a:pt x="319" y="139"/>
                  </a:lnTo>
                  <a:lnTo>
                    <a:pt x="302" y="149"/>
                  </a:lnTo>
                  <a:lnTo>
                    <a:pt x="286" y="159"/>
                  </a:lnTo>
                  <a:lnTo>
                    <a:pt x="272" y="172"/>
                  </a:lnTo>
                  <a:lnTo>
                    <a:pt x="259" y="187"/>
                  </a:lnTo>
                  <a:lnTo>
                    <a:pt x="248" y="203"/>
                  </a:lnTo>
                  <a:lnTo>
                    <a:pt x="239" y="220"/>
                  </a:lnTo>
                  <a:lnTo>
                    <a:pt x="231" y="238"/>
                  </a:lnTo>
                  <a:lnTo>
                    <a:pt x="225" y="257"/>
                  </a:lnTo>
                  <a:lnTo>
                    <a:pt x="219" y="276"/>
                  </a:lnTo>
                  <a:lnTo>
                    <a:pt x="215" y="294"/>
                  </a:lnTo>
                  <a:lnTo>
                    <a:pt x="211" y="313"/>
                  </a:lnTo>
                  <a:lnTo>
                    <a:pt x="208" y="334"/>
                  </a:lnTo>
                  <a:lnTo>
                    <a:pt x="205" y="353"/>
                  </a:lnTo>
                  <a:lnTo>
                    <a:pt x="204" y="373"/>
                  </a:lnTo>
                  <a:lnTo>
                    <a:pt x="204" y="394"/>
                  </a:lnTo>
                  <a:lnTo>
                    <a:pt x="204" y="410"/>
                  </a:lnTo>
                  <a:lnTo>
                    <a:pt x="205" y="427"/>
                  </a:lnTo>
                  <a:lnTo>
                    <a:pt x="209" y="459"/>
                  </a:lnTo>
                  <a:lnTo>
                    <a:pt x="215" y="491"/>
                  </a:lnTo>
                  <a:lnTo>
                    <a:pt x="223" y="522"/>
                  </a:lnTo>
                  <a:lnTo>
                    <a:pt x="229" y="541"/>
                  </a:lnTo>
                  <a:lnTo>
                    <a:pt x="239" y="560"/>
                  </a:lnTo>
                  <a:lnTo>
                    <a:pt x="249" y="577"/>
                  </a:lnTo>
                  <a:lnTo>
                    <a:pt x="262" y="592"/>
                  </a:lnTo>
                  <a:lnTo>
                    <a:pt x="277" y="606"/>
                  </a:lnTo>
                  <a:lnTo>
                    <a:pt x="293" y="619"/>
                  </a:lnTo>
                  <a:lnTo>
                    <a:pt x="310" y="630"/>
                  </a:lnTo>
                  <a:lnTo>
                    <a:pt x="328" y="638"/>
                  </a:lnTo>
                  <a:lnTo>
                    <a:pt x="354" y="646"/>
                  </a:lnTo>
                  <a:lnTo>
                    <a:pt x="380" y="652"/>
                  </a:lnTo>
                  <a:lnTo>
                    <a:pt x="405" y="656"/>
                  </a:lnTo>
                  <a:lnTo>
                    <a:pt x="419" y="657"/>
                  </a:lnTo>
                  <a:lnTo>
                    <a:pt x="433" y="658"/>
                  </a:lnTo>
                  <a:lnTo>
                    <a:pt x="457" y="657"/>
                  </a:lnTo>
                  <a:lnTo>
                    <a:pt x="479" y="653"/>
                  </a:lnTo>
                  <a:lnTo>
                    <a:pt x="501" y="649"/>
                  </a:lnTo>
                  <a:lnTo>
                    <a:pt x="523" y="644"/>
                  </a:lnTo>
                  <a:lnTo>
                    <a:pt x="537" y="638"/>
                  </a:lnTo>
                  <a:lnTo>
                    <a:pt x="549" y="631"/>
                  </a:lnTo>
                  <a:lnTo>
                    <a:pt x="562" y="623"/>
                  </a:lnTo>
                  <a:lnTo>
                    <a:pt x="573" y="614"/>
                  </a:lnTo>
                  <a:lnTo>
                    <a:pt x="584" y="604"/>
                  </a:lnTo>
                  <a:lnTo>
                    <a:pt x="593" y="592"/>
                  </a:lnTo>
                  <a:lnTo>
                    <a:pt x="601" y="581"/>
                  </a:lnTo>
                  <a:lnTo>
                    <a:pt x="607" y="567"/>
                  </a:lnTo>
                  <a:lnTo>
                    <a:pt x="615" y="549"/>
                  </a:lnTo>
                  <a:lnTo>
                    <a:pt x="620" y="529"/>
                  </a:lnTo>
                  <a:lnTo>
                    <a:pt x="622" y="509"/>
                  </a:lnTo>
                  <a:lnTo>
                    <a:pt x="623" y="489"/>
                  </a:lnTo>
                  <a:lnTo>
                    <a:pt x="828" y="489"/>
                  </a:lnTo>
                  <a:lnTo>
                    <a:pt x="827" y="506"/>
                  </a:lnTo>
                  <a:lnTo>
                    <a:pt x="825" y="524"/>
                  </a:lnTo>
                  <a:lnTo>
                    <a:pt x="822" y="541"/>
                  </a:lnTo>
                  <a:lnTo>
                    <a:pt x="819" y="558"/>
                  </a:lnTo>
                  <a:lnTo>
                    <a:pt x="815" y="571"/>
                  </a:lnTo>
                  <a:lnTo>
                    <a:pt x="810" y="585"/>
                  </a:lnTo>
                  <a:lnTo>
                    <a:pt x="805" y="598"/>
                  </a:lnTo>
                  <a:lnTo>
                    <a:pt x="800" y="610"/>
                  </a:lnTo>
                  <a:lnTo>
                    <a:pt x="793" y="622"/>
                  </a:lnTo>
                  <a:lnTo>
                    <a:pt x="786" y="634"/>
                  </a:lnTo>
                  <a:lnTo>
                    <a:pt x="778" y="645"/>
                  </a:lnTo>
                  <a:lnTo>
                    <a:pt x="770" y="656"/>
                  </a:lnTo>
                  <a:lnTo>
                    <a:pt x="760" y="666"/>
                  </a:lnTo>
                  <a:lnTo>
                    <a:pt x="750" y="676"/>
                  </a:lnTo>
                  <a:lnTo>
                    <a:pt x="741" y="684"/>
                  </a:lnTo>
                  <a:lnTo>
                    <a:pt x="730" y="693"/>
                  </a:lnTo>
                  <a:lnTo>
                    <a:pt x="718" y="700"/>
                  </a:lnTo>
                  <a:lnTo>
                    <a:pt x="708" y="708"/>
                  </a:lnTo>
                  <a:lnTo>
                    <a:pt x="695" y="714"/>
                  </a:lnTo>
                  <a:lnTo>
                    <a:pt x="683" y="720"/>
                  </a:lnTo>
                  <a:lnTo>
                    <a:pt x="653" y="731"/>
                  </a:lnTo>
                  <a:lnTo>
                    <a:pt x="623" y="741"/>
                  </a:lnTo>
                  <a:lnTo>
                    <a:pt x="593" y="751"/>
                  </a:lnTo>
                  <a:lnTo>
                    <a:pt x="562" y="757"/>
                  </a:lnTo>
                  <a:lnTo>
                    <a:pt x="530" y="764"/>
                  </a:lnTo>
                  <a:lnTo>
                    <a:pt x="498" y="768"/>
                  </a:lnTo>
                  <a:lnTo>
                    <a:pt x="466" y="770"/>
                  </a:lnTo>
                  <a:lnTo>
                    <a:pt x="433" y="771"/>
                  </a:lnTo>
                  <a:lnTo>
                    <a:pt x="407" y="770"/>
                  </a:lnTo>
                  <a:lnTo>
                    <a:pt x="382" y="769"/>
                  </a:lnTo>
                  <a:lnTo>
                    <a:pt x="357" y="767"/>
                  </a:lnTo>
                  <a:lnTo>
                    <a:pt x="332" y="764"/>
                  </a:lnTo>
                  <a:lnTo>
                    <a:pt x="307" y="759"/>
                  </a:lnTo>
                  <a:lnTo>
                    <a:pt x="283" y="754"/>
                  </a:lnTo>
                  <a:lnTo>
                    <a:pt x="259" y="748"/>
                  </a:lnTo>
                  <a:lnTo>
                    <a:pt x="235" y="741"/>
                  </a:lnTo>
                  <a:lnTo>
                    <a:pt x="218" y="735"/>
                  </a:lnTo>
                  <a:lnTo>
                    <a:pt x="201" y="727"/>
                  </a:lnTo>
                  <a:lnTo>
                    <a:pt x="184" y="720"/>
                  </a:lnTo>
                  <a:lnTo>
                    <a:pt x="168" y="711"/>
                  </a:lnTo>
                  <a:lnTo>
                    <a:pt x="152" y="702"/>
                  </a:lnTo>
                  <a:lnTo>
                    <a:pt x="137" y="692"/>
                  </a:lnTo>
                  <a:lnTo>
                    <a:pt x="122" y="680"/>
                  </a:lnTo>
                  <a:lnTo>
                    <a:pt x="108" y="668"/>
                  </a:lnTo>
                  <a:lnTo>
                    <a:pt x="94" y="657"/>
                  </a:lnTo>
                  <a:lnTo>
                    <a:pt x="83" y="643"/>
                  </a:lnTo>
                  <a:lnTo>
                    <a:pt x="71" y="629"/>
                  </a:lnTo>
                  <a:lnTo>
                    <a:pt x="60" y="614"/>
                  </a:lnTo>
                  <a:lnTo>
                    <a:pt x="49" y="599"/>
                  </a:lnTo>
                  <a:lnTo>
                    <a:pt x="41" y="583"/>
                  </a:lnTo>
                  <a:lnTo>
                    <a:pt x="33" y="567"/>
                  </a:lnTo>
                  <a:lnTo>
                    <a:pt x="27" y="55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0" name="Freeform 18"/>
            <p:cNvSpPr>
              <a:spLocks/>
            </p:cNvSpPr>
            <p:nvPr/>
          </p:nvSpPr>
          <p:spPr bwMode="gray">
            <a:xfrm>
              <a:off x="6642100" y="898404"/>
              <a:ext cx="65088" cy="169862"/>
            </a:xfrm>
            <a:custGeom>
              <a:avLst/>
              <a:gdLst>
                <a:gd name="T0" fmla="*/ 2147483647 w 180"/>
                <a:gd name="T1" fmla="*/ 2147483647 h 464"/>
                <a:gd name="T2" fmla="*/ 0 w 180"/>
                <a:gd name="T3" fmla="*/ 2147483647 h 464"/>
                <a:gd name="T4" fmla="*/ 0 w 180"/>
                <a:gd name="T5" fmla="*/ 2147483647 h 464"/>
                <a:gd name="T6" fmla="*/ 2147483647 w 180"/>
                <a:gd name="T7" fmla="*/ 2147483647 h 464"/>
                <a:gd name="T8" fmla="*/ 2147483647 w 180"/>
                <a:gd name="T9" fmla="*/ 2147483647 h 464"/>
                <a:gd name="T10" fmla="*/ 2147483647 w 180"/>
                <a:gd name="T11" fmla="*/ 2147483647 h 464"/>
                <a:gd name="T12" fmla="*/ 2147483647 w 180"/>
                <a:gd name="T13" fmla="*/ 2147483647 h 464"/>
                <a:gd name="T14" fmla="*/ 2147483647 w 180"/>
                <a:gd name="T15" fmla="*/ 2147483647 h 464"/>
                <a:gd name="T16" fmla="*/ 2147483647 w 180"/>
                <a:gd name="T17" fmla="*/ 2147483647 h 464"/>
                <a:gd name="T18" fmla="*/ 2147483647 w 180"/>
                <a:gd name="T19" fmla="*/ 2147483647 h 464"/>
                <a:gd name="T20" fmla="*/ 2147483647 w 180"/>
                <a:gd name="T21" fmla="*/ 2147483647 h 464"/>
                <a:gd name="T22" fmla="*/ 2147483647 w 180"/>
                <a:gd name="T23" fmla="*/ 2147483647 h 464"/>
                <a:gd name="T24" fmla="*/ 2147483647 w 180"/>
                <a:gd name="T25" fmla="*/ 2147483647 h 464"/>
                <a:gd name="T26" fmla="*/ 2147483647 w 180"/>
                <a:gd name="T27" fmla="*/ 2147483647 h 464"/>
                <a:gd name="T28" fmla="*/ 2147483647 w 180"/>
                <a:gd name="T29" fmla="*/ 2147483647 h 464"/>
                <a:gd name="T30" fmla="*/ 2147483647 w 180"/>
                <a:gd name="T31" fmla="*/ 2147483647 h 464"/>
                <a:gd name="T32" fmla="*/ 2147483647 w 180"/>
                <a:gd name="T33" fmla="*/ 2147483647 h 464"/>
                <a:gd name="T34" fmla="*/ 2147483647 w 180"/>
                <a:gd name="T35" fmla="*/ 2147483647 h 464"/>
                <a:gd name="T36" fmla="*/ 2147483647 w 180"/>
                <a:gd name="T37" fmla="*/ 0 h 464"/>
                <a:gd name="T38" fmla="*/ 2147483647 w 180"/>
                <a:gd name="T39" fmla="*/ 2147483647 h 46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80"/>
                <a:gd name="T61" fmla="*/ 0 h 464"/>
                <a:gd name="T62" fmla="*/ 180 w 180"/>
                <a:gd name="T63" fmla="*/ 464 h 46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80" h="464">
                  <a:moveTo>
                    <a:pt x="173" y="1"/>
                  </a:moveTo>
                  <a:lnTo>
                    <a:pt x="0" y="17"/>
                  </a:lnTo>
                  <a:lnTo>
                    <a:pt x="0" y="43"/>
                  </a:lnTo>
                  <a:lnTo>
                    <a:pt x="5" y="43"/>
                  </a:lnTo>
                  <a:lnTo>
                    <a:pt x="29" y="46"/>
                  </a:lnTo>
                  <a:lnTo>
                    <a:pt x="46" y="48"/>
                  </a:lnTo>
                  <a:lnTo>
                    <a:pt x="58" y="53"/>
                  </a:lnTo>
                  <a:lnTo>
                    <a:pt x="63" y="55"/>
                  </a:lnTo>
                  <a:lnTo>
                    <a:pt x="66" y="57"/>
                  </a:lnTo>
                  <a:lnTo>
                    <a:pt x="69" y="60"/>
                  </a:lnTo>
                  <a:lnTo>
                    <a:pt x="72" y="63"/>
                  </a:lnTo>
                  <a:lnTo>
                    <a:pt x="73" y="68"/>
                  </a:lnTo>
                  <a:lnTo>
                    <a:pt x="74" y="73"/>
                  </a:lnTo>
                  <a:lnTo>
                    <a:pt x="75" y="85"/>
                  </a:lnTo>
                  <a:lnTo>
                    <a:pt x="75" y="102"/>
                  </a:lnTo>
                  <a:lnTo>
                    <a:pt x="75" y="464"/>
                  </a:lnTo>
                  <a:lnTo>
                    <a:pt x="180" y="464"/>
                  </a:lnTo>
                  <a:lnTo>
                    <a:pt x="180" y="0"/>
                  </a:lnTo>
                  <a:lnTo>
                    <a:pt x="173"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1" name="Freeform 20"/>
            <p:cNvSpPr>
              <a:spLocks/>
            </p:cNvSpPr>
            <p:nvPr/>
          </p:nvSpPr>
          <p:spPr bwMode="gray">
            <a:xfrm>
              <a:off x="6742113" y="947616"/>
              <a:ext cx="133350" cy="120650"/>
            </a:xfrm>
            <a:custGeom>
              <a:avLst/>
              <a:gdLst>
                <a:gd name="T0" fmla="*/ 2147483647 w 366"/>
                <a:gd name="T1" fmla="*/ 2147483647 h 327"/>
                <a:gd name="T2" fmla="*/ 2147483647 w 366"/>
                <a:gd name="T3" fmla="*/ 2147483647 h 327"/>
                <a:gd name="T4" fmla="*/ 2147483647 w 366"/>
                <a:gd name="T5" fmla="*/ 2147483647 h 327"/>
                <a:gd name="T6" fmla="*/ 2147483647 w 366"/>
                <a:gd name="T7" fmla="*/ 2147483647 h 327"/>
                <a:gd name="T8" fmla="*/ 2147483647 w 366"/>
                <a:gd name="T9" fmla="*/ 2147483647 h 327"/>
                <a:gd name="T10" fmla="*/ 2147483647 w 366"/>
                <a:gd name="T11" fmla="*/ 2147483647 h 327"/>
                <a:gd name="T12" fmla="*/ 2147483647 w 366"/>
                <a:gd name="T13" fmla="*/ 2147483647 h 327"/>
                <a:gd name="T14" fmla="*/ 2147483647 w 366"/>
                <a:gd name="T15" fmla="*/ 0 h 327"/>
                <a:gd name="T16" fmla="*/ 0 w 366"/>
                <a:gd name="T17" fmla="*/ 2147483647 h 327"/>
                <a:gd name="T18" fmla="*/ 2147483647 w 366"/>
                <a:gd name="T19" fmla="*/ 2147483647 h 327"/>
                <a:gd name="T20" fmla="*/ 2147483647 w 366"/>
                <a:gd name="T21" fmla="*/ 2147483647 h 327"/>
                <a:gd name="T22" fmla="*/ 2147483647 w 366"/>
                <a:gd name="T23" fmla="*/ 2147483647 h 327"/>
                <a:gd name="T24" fmla="*/ 2147483647 w 366"/>
                <a:gd name="T25" fmla="*/ 2147483647 h 327"/>
                <a:gd name="T26" fmla="*/ 2147483647 w 366"/>
                <a:gd name="T27" fmla="*/ 2147483647 h 327"/>
                <a:gd name="T28" fmla="*/ 2147483647 w 366"/>
                <a:gd name="T29" fmla="*/ 2147483647 h 327"/>
                <a:gd name="T30" fmla="*/ 2147483647 w 366"/>
                <a:gd name="T31" fmla="*/ 2147483647 h 327"/>
                <a:gd name="T32" fmla="*/ 2147483647 w 366"/>
                <a:gd name="T33" fmla="*/ 2147483647 h 327"/>
                <a:gd name="T34" fmla="*/ 2147483647 w 366"/>
                <a:gd name="T35" fmla="*/ 2147483647 h 327"/>
                <a:gd name="T36" fmla="*/ 2147483647 w 366"/>
                <a:gd name="T37" fmla="*/ 2147483647 h 327"/>
                <a:gd name="T38" fmla="*/ 2147483647 w 366"/>
                <a:gd name="T39" fmla="*/ 2147483647 h 327"/>
                <a:gd name="T40" fmla="*/ 2147483647 w 366"/>
                <a:gd name="T41" fmla="*/ 2147483647 h 327"/>
                <a:gd name="T42" fmla="*/ 2147483647 w 366"/>
                <a:gd name="T43" fmla="*/ 2147483647 h 327"/>
                <a:gd name="T44" fmla="*/ 2147483647 w 366"/>
                <a:gd name="T45" fmla="*/ 2147483647 h 327"/>
                <a:gd name="T46" fmla="*/ 2147483647 w 366"/>
                <a:gd name="T47" fmla="*/ 2147483647 h 327"/>
                <a:gd name="T48" fmla="*/ 2147483647 w 366"/>
                <a:gd name="T49" fmla="*/ 2147483647 h 327"/>
                <a:gd name="T50" fmla="*/ 2147483647 w 366"/>
                <a:gd name="T51" fmla="*/ 2147483647 h 327"/>
                <a:gd name="T52" fmla="*/ 2147483647 w 366"/>
                <a:gd name="T53" fmla="*/ 2147483647 h 327"/>
                <a:gd name="T54" fmla="*/ 2147483647 w 366"/>
                <a:gd name="T55" fmla="*/ 2147483647 h 327"/>
                <a:gd name="T56" fmla="*/ 2147483647 w 366"/>
                <a:gd name="T57" fmla="*/ 2147483647 h 327"/>
                <a:gd name="T58" fmla="*/ 2147483647 w 366"/>
                <a:gd name="T59" fmla="*/ 2147483647 h 327"/>
                <a:gd name="T60" fmla="*/ 2147483647 w 366"/>
                <a:gd name="T61" fmla="*/ 2147483647 h 327"/>
                <a:gd name="T62" fmla="*/ 2147483647 w 366"/>
                <a:gd name="T63" fmla="*/ 2147483647 h 327"/>
                <a:gd name="T64" fmla="*/ 2147483647 w 366"/>
                <a:gd name="T65" fmla="*/ 2147483647 h 327"/>
                <a:gd name="T66" fmla="*/ 2147483647 w 366"/>
                <a:gd name="T67" fmla="*/ 2147483647 h 327"/>
                <a:gd name="T68" fmla="*/ 2147483647 w 366"/>
                <a:gd name="T69" fmla="*/ 2147483647 h 327"/>
                <a:gd name="T70" fmla="*/ 2147483647 w 366"/>
                <a:gd name="T71" fmla="*/ 2147483647 h 327"/>
                <a:gd name="T72" fmla="*/ 2147483647 w 366"/>
                <a:gd name="T73" fmla="*/ 2147483647 h 327"/>
                <a:gd name="T74" fmla="*/ 2147483647 w 366"/>
                <a:gd name="T75" fmla="*/ 2147483647 h 327"/>
                <a:gd name="T76" fmla="*/ 2147483647 w 366"/>
                <a:gd name="T77" fmla="*/ 2147483647 h 327"/>
                <a:gd name="T78" fmla="*/ 2147483647 w 366"/>
                <a:gd name="T79" fmla="*/ 2147483647 h 327"/>
                <a:gd name="T80" fmla="*/ 2147483647 w 366"/>
                <a:gd name="T81" fmla="*/ 2147483647 h 32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6"/>
                <a:gd name="T124" fmla="*/ 0 h 327"/>
                <a:gd name="T125" fmla="*/ 366 w 366"/>
                <a:gd name="T126" fmla="*/ 327 h 32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6" h="327">
                  <a:moveTo>
                    <a:pt x="269" y="1"/>
                  </a:moveTo>
                  <a:lnTo>
                    <a:pt x="269" y="1"/>
                  </a:lnTo>
                  <a:lnTo>
                    <a:pt x="257" y="2"/>
                  </a:lnTo>
                  <a:lnTo>
                    <a:pt x="246" y="3"/>
                  </a:lnTo>
                  <a:lnTo>
                    <a:pt x="236" y="5"/>
                  </a:lnTo>
                  <a:lnTo>
                    <a:pt x="226" y="9"/>
                  </a:lnTo>
                  <a:lnTo>
                    <a:pt x="216" y="12"/>
                  </a:lnTo>
                  <a:lnTo>
                    <a:pt x="207" y="16"/>
                  </a:lnTo>
                  <a:lnTo>
                    <a:pt x="199" y="21"/>
                  </a:lnTo>
                  <a:lnTo>
                    <a:pt x="191" y="27"/>
                  </a:lnTo>
                  <a:lnTo>
                    <a:pt x="177" y="37"/>
                  </a:lnTo>
                  <a:lnTo>
                    <a:pt x="166" y="49"/>
                  </a:lnTo>
                  <a:lnTo>
                    <a:pt x="156" y="61"/>
                  </a:lnTo>
                  <a:lnTo>
                    <a:pt x="148" y="72"/>
                  </a:lnTo>
                  <a:lnTo>
                    <a:pt x="148" y="0"/>
                  </a:lnTo>
                  <a:lnTo>
                    <a:pt x="0" y="24"/>
                  </a:lnTo>
                  <a:lnTo>
                    <a:pt x="0" y="48"/>
                  </a:lnTo>
                  <a:lnTo>
                    <a:pt x="7" y="48"/>
                  </a:lnTo>
                  <a:lnTo>
                    <a:pt x="22" y="49"/>
                  </a:lnTo>
                  <a:lnTo>
                    <a:pt x="34" y="51"/>
                  </a:lnTo>
                  <a:lnTo>
                    <a:pt x="43" y="55"/>
                  </a:lnTo>
                  <a:lnTo>
                    <a:pt x="47" y="57"/>
                  </a:lnTo>
                  <a:lnTo>
                    <a:pt x="51" y="59"/>
                  </a:lnTo>
                  <a:lnTo>
                    <a:pt x="53" y="62"/>
                  </a:lnTo>
                  <a:lnTo>
                    <a:pt x="56" y="66"/>
                  </a:lnTo>
                  <a:lnTo>
                    <a:pt x="59" y="75"/>
                  </a:lnTo>
                  <a:lnTo>
                    <a:pt x="60" y="87"/>
                  </a:lnTo>
                  <a:lnTo>
                    <a:pt x="61" y="101"/>
                  </a:lnTo>
                  <a:lnTo>
                    <a:pt x="61" y="327"/>
                  </a:lnTo>
                  <a:lnTo>
                    <a:pt x="148" y="327"/>
                  </a:lnTo>
                  <a:lnTo>
                    <a:pt x="148" y="160"/>
                  </a:lnTo>
                  <a:lnTo>
                    <a:pt x="149" y="152"/>
                  </a:lnTo>
                  <a:lnTo>
                    <a:pt x="150" y="143"/>
                  </a:lnTo>
                  <a:lnTo>
                    <a:pt x="152" y="135"/>
                  </a:lnTo>
                  <a:lnTo>
                    <a:pt x="155" y="126"/>
                  </a:lnTo>
                  <a:lnTo>
                    <a:pt x="160" y="118"/>
                  </a:lnTo>
                  <a:lnTo>
                    <a:pt x="164" y="109"/>
                  </a:lnTo>
                  <a:lnTo>
                    <a:pt x="169" y="101"/>
                  </a:lnTo>
                  <a:lnTo>
                    <a:pt x="175" y="93"/>
                  </a:lnTo>
                  <a:lnTo>
                    <a:pt x="181" y="86"/>
                  </a:lnTo>
                  <a:lnTo>
                    <a:pt x="187" y="79"/>
                  </a:lnTo>
                  <a:lnTo>
                    <a:pt x="195" y="74"/>
                  </a:lnTo>
                  <a:lnTo>
                    <a:pt x="202" y="68"/>
                  </a:lnTo>
                  <a:lnTo>
                    <a:pt x="210" y="64"/>
                  </a:lnTo>
                  <a:lnTo>
                    <a:pt x="218" y="61"/>
                  </a:lnTo>
                  <a:lnTo>
                    <a:pt x="226" y="59"/>
                  </a:lnTo>
                  <a:lnTo>
                    <a:pt x="234" y="59"/>
                  </a:lnTo>
                  <a:lnTo>
                    <a:pt x="242" y="59"/>
                  </a:lnTo>
                  <a:lnTo>
                    <a:pt x="248" y="60"/>
                  </a:lnTo>
                  <a:lnTo>
                    <a:pt x="255" y="62"/>
                  </a:lnTo>
                  <a:lnTo>
                    <a:pt x="259" y="65"/>
                  </a:lnTo>
                  <a:lnTo>
                    <a:pt x="263" y="68"/>
                  </a:lnTo>
                  <a:lnTo>
                    <a:pt x="267" y="73"/>
                  </a:lnTo>
                  <a:lnTo>
                    <a:pt x="270" y="78"/>
                  </a:lnTo>
                  <a:lnTo>
                    <a:pt x="272" y="83"/>
                  </a:lnTo>
                  <a:lnTo>
                    <a:pt x="276" y="96"/>
                  </a:lnTo>
                  <a:lnTo>
                    <a:pt x="277" y="112"/>
                  </a:lnTo>
                  <a:lnTo>
                    <a:pt x="278" y="130"/>
                  </a:lnTo>
                  <a:lnTo>
                    <a:pt x="278" y="151"/>
                  </a:lnTo>
                  <a:lnTo>
                    <a:pt x="278" y="327"/>
                  </a:lnTo>
                  <a:lnTo>
                    <a:pt x="366" y="327"/>
                  </a:lnTo>
                  <a:lnTo>
                    <a:pt x="366" y="101"/>
                  </a:lnTo>
                  <a:lnTo>
                    <a:pt x="366" y="89"/>
                  </a:lnTo>
                  <a:lnTo>
                    <a:pt x="365" y="78"/>
                  </a:lnTo>
                  <a:lnTo>
                    <a:pt x="363" y="67"/>
                  </a:lnTo>
                  <a:lnTo>
                    <a:pt x="359" y="58"/>
                  </a:lnTo>
                  <a:lnTo>
                    <a:pt x="356" y="49"/>
                  </a:lnTo>
                  <a:lnTo>
                    <a:pt x="352" y="41"/>
                  </a:lnTo>
                  <a:lnTo>
                    <a:pt x="347" y="33"/>
                  </a:lnTo>
                  <a:lnTo>
                    <a:pt x="341" y="27"/>
                  </a:lnTo>
                  <a:lnTo>
                    <a:pt x="335" y="21"/>
                  </a:lnTo>
                  <a:lnTo>
                    <a:pt x="327" y="16"/>
                  </a:lnTo>
                  <a:lnTo>
                    <a:pt x="320" y="12"/>
                  </a:lnTo>
                  <a:lnTo>
                    <a:pt x="310" y="7"/>
                  </a:lnTo>
                  <a:lnTo>
                    <a:pt x="302" y="5"/>
                  </a:lnTo>
                  <a:lnTo>
                    <a:pt x="291" y="3"/>
                  </a:lnTo>
                  <a:lnTo>
                    <a:pt x="280" y="2"/>
                  </a:lnTo>
                  <a:lnTo>
                    <a:pt x="26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2" name="Freeform 22"/>
            <p:cNvSpPr>
              <a:spLocks/>
            </p:cNvSpPr>
            <p:nvPr/>
          </p:nvSpPr>
          <p:spPr bwMode="gray">
            <a:xfrm>
              <a:off x="6911975" y="949204"/>
              <a:ext cx="90488" cy="120650"/>
            </a:xfrm>
            <a:custGeom>
              <a:avLst/>
              <a:gdLst>
                <a:gd name="T0" fmla="*/ 2147483647 w 245"/>
                <a:gd name="T1" fmla="*/ 2147483647 h 334"/>
                <a:gd name="T2" fmla="*/ 2147483647 w 245"/>
                <a:gd name="T3" fmla="*/ 2147483647 h 334"/>
                <a:gd name="T4" fmla="*/ 2147483647 w 245"/>
                <a:gd name="T5" fmla="*/ 2147483647 h 334"/>
                <a:gd name="T6" fmla="*/ 2147483647 w 245"/>
                <a:gd name="T7" fmla="*/ 2147483647 h 334"/>
                <a:gd name="T8" fmla="*/ 2147483647 w 245"/>
                <a:gd name="T9" fmla="*/ 2147483647 h 334"/>
                <a:gd name="T10" fmla="*/ 2147483647 w 245"/>
                <a:gd name="T11" fmla="*/ 2147483647 h 334"/>
                <a:gd name="T12" fmla="*/ 2147483647 w 245"/>
                <a:gd name="T13" fmla="*/ 2147483647 h 334"/>
                <a:gd name="T14" fmla="*/ 2147483647 w 245"/>
                <a:gd name="T15" fmla="*/ 2147483647 h 334"/>
                <a:gd name="T16" fmla="*/ 2147483647 w 245"/>
                <a:gd name="T17" fmla="*/ 2147483647 h 334"/>
                <a:gd name="T18" fmla="*/ 2147483647 w 245"/>
                <a:gd name="T19" fmla="*/ 2147483647 h 334"/>
                <a:gd name="T20" fmla="*/ 2147483647 w 245"/>
                <a:gd name="T21" fmla="*/ 2147483647 h 334"/>
                <a:gd name="T22" fmla="*/ 2147483647 w 245"/>
                <a:gd name="T23" fmla="*/ 2147483647 h 334"/>
                <a:gd name="T24" fmla="*/ 2147483647 w 245"/>
                <a:gd name="T25" fmla="*/ 2147483647 h 334"/>
                <a:gd name="T26" fmla="*/ 2147483647 w 245"/>
                <a:gd name="T27" fmla="*/ 2147483647 h 334"/>
                <a:gd name="T28" fmla="*/ 2147483647 w 245"/>
                <a:gd name="T29" fmla="*/ 2147483647 h 334"/>
                <a:gd name="T30" fmla="*/ 2147483647 w 245"/>
                <a:gd name="T31" fmla="*/ 2147483647 h 334"/>
                <a:gd name="T32" fmla="*/ 2147483647 w 245"/>
                <a:gd name="T33" fmla="*/ 2147483647 h 334"/>
                <a:gd name="T34" fmla="*/ 0 w 245"/>
                <a:gd name="T35" fmla="*/ 2147483647 h 334"/>
                <a:gd name="T36" fmla="*/ 2147483647 w 245"/>
                <a:gd name="T37" fmla="*/ 2147483647 h 334"/>
                <a:gd name="T38" fmla="*/ 2147483647 w 245"/>
                <a:gd name="T39" fmla="*/ 2147483647 h 334"/>
                <a:gd name="T40" fmla="*/ 2147483647 w 245"/>
                <a:gd name="T41" fmla="*/ 2147483647 h 334"/>
                <a:gd name="T42" fmla="*/ 2147483647 w 245"/>
                <a:gd name="T43" fmla="*/ 2147483647 h 334"/>
                <a:gd name="T44" fmla="*/ 2147483647 w 245"/>
                <a:gd name="T45" fmla="*/ 2147483647 h 334"/>
                <a:gd name="T46" fmla="*/ 2147483647 w 245"/>
                <a:gd name="T47" fmla="*/ 2147483647 h 334"/>
                <a:gd name="T48" fmla="*/ 2147483647 w 245"/>
                <a:gd name="T49" fmla="*/ 2147483647 h 334"/>
                <a:gd name="T50" fmla="*/ 2147483647 w 245"/>
                <a:gd name="T51" fmla="*/ 2147483647 h 334"/>
                <a:gd name="T52" fmla="*/ 2147483647 w 245"/>
                <a:gd name="T53" fmla="*/ 2147483647 h 334"/>
                <a:gd name="T54" fmla="*/ 2147483647 w 245"/>
                <a:gd name="T55" fmla="*/ 2147483647 h 334"/>
                <a:gd name="T56" fmla="*/ 2147483647 w 245"/>
                <a:gd name="T57" fmla="*/ 2147483647 h 334"/>
                <a:gd name="T58" fmla="*/ 2147483647 w 245"/>
                <a:gd name="T59" fmla="*/ 2147483647 h 334"/>
                <a:gd name="T60" fmla="*/ 2147483647 w 245"/>
                <a:gd name="T61" fmla="*/ 2147483647 h 334"/>
                <a:gd name="T62" fmla="*/ 2147483647 w 245"/>
                <a:gd name="T63" fmla="*/ 2147483647 h 334"/>
                <a:gd name="T64" fmla="*/ 2147483647 w 245"/>
                <a:gd name="T65" fmla="*/ 2147483647 h 334"/>
                <a:gd name="T66" fmla="*/ 2147483647 w 245"/>
                <a:gd name="T67" fmla="*/ 2147483647 h 334"/>
                <a:gd name="T68" fmla="*/ 2147483647 w 245"/>
                <a:gd name="T69" fmla="*/ 2147483647 h 334"/>
                <a:gd name="T70" fmla="*/ 2147483647 w 245"/>
                <a:gd name="T71" fmla="*/ 2147483647 h 334"/>
                <a:gd name="T72" fmla="*/ 2147483647 w 245"/>
                <a:gd name="T73" fmla="*/ 2147483647 h 334"/>
                <a:gd name="T74" fmla="*/ 2147483647 w 245"/>
                <a:gd name="T75" fmla="*/ 2147483647 h 334"/>
                <a:gd name="T76" fmla="*/ 2147483647 w 245"/>
                <a:gd name="T77" fmla="*/ 2147483647 h 334"/>
                <a:gd name="T78" fmla="*/ 2147483647 w 245"/>
                <a:gd name="T79" fmla="*/ 2147483647 h 334"/>
                <a:gd name="T80" fmla="*/ 2147483647 w 245"/>
                <a:gd name="T81" fmla="*/ 2147483647 h 334"/>
                <a:gd name="T82" fmla="*/ 2147483647 w 245"/>
                <a:gd name="T83" fmla="*/ 2147483647 h 334"/>
                <a:gd name="T84" fmla="*/ 2147483647 w 245"/>
                <a:gd name="T85" fmla="*/ 2147483647 h 334"/>
                <a:gd name="T86" fmla="*/ 2147483647 w 245"/>
                <a:gd name="T87" fmla="*/ 2147483647 h 33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45"/>
                <a:gd name="T133" fmla="*/ 0 h 334"/>
                <a:gd name="T134" fmla="*/ 245 w 245"/>
                <a:gd name="T135" fmla="*/ 334 h 33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45" h="334">
                  <a:moveTo>
                    <a:pt x="145" y="127"/>
                  </a:moveTo>
                  <a:lnTo>
                    <a:pt x="145" y="127"/>
                  </a:lnTo>
                  <a:lnTo>
                    <a:pt x="120" y="115"/>
                  </a:lnTo>
                  <a:lnTo>
                    <a:pt x="109" y="108"/>
                  </a:lnTo>
                  <a:lnTo>
                    <a:pt x="100" y="102"/>
                  </a:lnTo>
                  <a:lnTo>
                    <a:pt x="91" y="95"/>
                  </a:lnTo>
                  <a:lnTo>
                    <a:pt x="86" y="88"/>
                  </a:lnTo>
                  <a:lnTo>
                    <a:pt x="82" y="80"/>
                  </a:lnTo>
                  <a:lnTo>
                    <a:pt x="81" y="76"/>
                  </a:lnTo>
                  <a:lnTo>
                    <a:pt x="81" y="72"/>
                  </a:lnTo>
                  <a:lnTo>
                    <a:pt x="81" y="67"/>
                  </a:lnTo>
                  <a:lnTo>
                    <a:pt x="82" y="63"/>
                  </a:lnTo>
                  <a:lnTo>
                    <a:pt x="84" y="59"/>
                  </a:lnTo>
                  <a:lnTo>
                    <a:pt x="86" y="56"/>
                  </a:lnTo>
                  <a:lnTo>
                    <a:pt x="91" y="50"/>
                  </a:lnTo>
                  <a:lnTo>
                    <a:pt x="99" y="47"/>
                  </a:lnTo>
                  <a:lnTo>
                    <a:pt x="106" y="44"/>
                  </a:lnTo>
                  <a:lnTo>
                    <a:pt x="114" y="43"/>
                  </a:lnTo>
                  <a:lnTo>
                    <a:pt x="127" y="42"/>
                  </a:lnTo>
                  <a:lnTo>
                    <a:pt x="140" y="43"/>
                  </a:lnTo>
                  <a:lnTo>
                    <a:pt x="153" y="45"/>
                  </a:lnTo>
                  <a:lnTo>
                    <a:pt x="165" y="48"/>
                  </a:lnTo>
                  <a:lnTo>
                    <a:pt x="176" y="52"/>
                  </a:lnTo>
                  <a:lnTo>
                    <a:pt x="186" y="58"/>
                  </a:lnTo>
                  <a:lnTo>
                    <a:pt x="195" y="62"/>
                  </a:lnTo>
                  <a:lnTo>
                    <a:pt x="209" y="70"/>
                  </a:lnTo>
                  <a:lnTo>
                    <a:pt x="223" y="78"/>
                  </a:lnTo>
                  <a:lnTo>
                    <a:pt x="223" y="67"/>
                  </a:lnTo>
                  <a:lnTo>
                    <a:pt x="223" y="13"/>
                  </a:lnTo>
                  <a:lnTo>
                    <a:pt x="211" y="11"/>
                  </a:lnTo>
                  <a:lnTo>
                    <a:pt x="197" y="8"/>
                  </a:lnTo>
                  <a:lnTo>
                    <a:pt x="179" y="4"/>
                  </a:lnTo>
                  <a:lnTo>
                    <a:pt x="156" y="1"/>
                  </a:lnTo>
                  <a:lnTo>
                    <a:pt x="132" y="0"/>
                  </a:lnTo>
                  <a:lnTo>
                    <a:pt x="117" y="1"/>
                  </a:lnTo>
                  <a:lnTo>
                    <a:pt x="103" y="2"/>
                  </a:lnTo>
                  <a:lnTo>
                    <a:pt x="89" y="4"/>
                  </a:lnTo>
                  <a:lnTo>
                    <a:pt x="76" y="6"/>
                  </a:lnTo>
                  <a:lnTo>
                    <a:pt x="65" y="11"/>
                  </a:lnTo>
                  <a:lnTo>
                    <a:pt x="54" y="15"/>
                  </a:lnTo>
                  <a:lnTo>
                    <a:pt x="44" y="19"/>
                  </a:lnTo>
                  <a:lnTo>
                    <a:pt x="35" y="26"/>
                  </a:lnTo>
                  <a:lnTo>
                    <a:pt x="27" y="32"/>
                  </a:lnTo>
                  <a:lnTo>
                    <a:pt x="20" y="39"/>
                  </a:lnTo>
                  <a:lnTo>
                    <a:pt x="14" y="47"/>
                  </a:lnTo>
                  <a:lnTo>
                    <a:pt x="9" y="56"/>
                  </a:lnTo>
                  <a:lnTo>
                    <a:pt x="6" y="64"/>
                  </a:lnTo>
                  <a:lnTo>
                    <a:pt x="3" y="74"/>
                  </a:lnTo>
                  <a:lnTo>
                    <a:pt x="0" y="85"/>
                  </a:lnTo>
                  <a:lnTo>
                    <a:pt x="0" y="95"/>
                  </a:lnTo>
                  <a:lnTo>
                    <a:pt x="0" y="105"/>
                  </a:lnTo>
                  <a:lnTo>
                    <a:pt x="3" y="113"/>
                  </a:lnTo>
                  <a:lnTo>
                    <a:pt x="6" y="122"/>
                  </a:lnTo>
                  <a:lnTo>
                    <a:pt x="9" y="131"/>
                  </a:lnTo>
                  <a:lnTo>
                    <a:pt x="13" y="137"/>
                  </a:lnTo>
                  <a:lnTo>
                    <a:pt x="19" y="144"/>
                  </a:lnTo>
                  <a:lnTo>
                    <a:pt x="25" y="151"/>
                  </a:lnTo>
                  <a:lnTo>
                    <a:pt x="31" y="157"/>
                  </a:lnTo>
                  <a:lnTo>
                    <a:pt x="46" y="168"/>
                  </a:lnTo>
                  <a:lnTo>
                    <a:pt x="62" y="178"/>
                  </a:lnTo>
                  <a:lnTo>
                    <a:pt x="79" y="187"/>
                  </a:lnTo>
                  <a:lnTo>
                    <a:pt x="97" y="196"/>
                  </a:lnTo>
                  <a:lnTo>
                    <a:pt x="122" y="209"/>
                  </a:lnTo>
                  <a:lnTo>
                    <a:pt x="134" y="215"/>
                  </a:lnTo>
                  <a:lnTo>
                    <a:pt x="144" y="221"/>
                  </a:lnTo>
                  <a:lnTo>
                    <a:pt x="152" y="229"/>
                  </a:lnTo>
                  <a:lnTo>
                    <a:pt x="159" y="236"/>
                  </a:lnTo>
                  <a:lnTo>
                    <a:pt x="162" y="241"/>
                  </a:lnTo>
                  <a:lnTo>
                    <a:pt x="163" y="245"/>
                  </a:lnTo>
                  <a:lnTo>
                    <a:pt x="164" y="249"/>
                  </a:lnTo>
                  <a:lnTo>
                    <a:pt x="165" y="255"/>
                  </a:lnTo>
                  <a:lnTo>
                    <a:pt x="164" y="263"/>
                  </a:lnTo>
                  <a:lnTo>
                    <a:pt x="161" y="271"/>
                  </a:lnTo>
                  <a:lnTo>
                    <a:pt x="156" y="277"/>
                  </a:lnTo>
                  <a:lnTo>
                    <a:pt x="149" y="282"/>
                  </a:lnTo>
                  <a:lnTo>
                    <a:pt x="141" y="287"/>
                  </a:lnTo>
                  <a:lnTo>
                    <a:pt x="131" y="290"/>
                  </a:lnTo>
                  <a:lnTo>
                    <a:pt x="119" y="292"/>
                  </a:lnTo>
                  <a:lnTo>
                    <a:pt x="106" y="292"/>
                  </a:lnTo>
                  <a:lnTo>
                    <a:pt x="91" y="292"/>
                  </a:lnTo>
                  <a:lnTo>
                    <a:pt x="77" y="289"/>
                  </a:lnTo>
                  <a:lnTo>
                    <a:pt x="63" y="286"/>
                  </a:lnTo>
                  <a:lnTo>
                    <a:pt x="51" y="280"/>
                  </a:lnTo>
                  <a:lnTo>
                    <a:pt x="39" y="275"/>
                  </a:lnTo>
                  <a:lnTo>
                    <a:pt x="28" y="270"/>
                  </a:lnTo>
                  <a:lnTo>
                    <a:pt x="10" y="259"/>
                  </a:lnTo>
                  <a:lnTo>
                    <a:pt x="1" y="254"/>
                  </a:lnTo>
                  <a:lnTo>
                    <a:pt x="1" y="321"/>
                  </a:lnTo>
                  <a:lnTo>
                    <a:pt x="8" y="322"/>
                  </a:lnTo>
                  <a:lnTo>
                    <a:pt x="24" y="326"/>
                  </a:lnTo>
                  <a:lnTo>
                    <a:pt x="45" y="329"/>
                  </a:lnTo>
                  <a:lnTo>
                    <a:pt x="72" y="333"/>
                  </a:lnTo>
                  <a:lnTo>
                    <a:pt x="87" y="334"/>
                  </a:lnTo>
                  <a:lnTo>
                    <a:pt x="103" y="334"/>
                  </a:lnTo>
                  <a:lnTo>
                    <a:pt x="119" y="334"/>
                  </a:lnTo>
                  <a:lnTo>
                    <a:pt x="135" y="333"/>
                  </a:lnTo>
                  <a:lnTo>
                    <a:pt x="149" y="331"/>
                  </a:lnTo>
                  <a:lnTo>
                    <a:pt x="163" y="327"/>
                  </a:lnTo>
                  <a:lnTo>
                    <a:pt x="176" y="324"/>
                  </a:lnTo>
                  <a:lnTo>
                    <a:pt x="187" y="319"/>
                  </a:lnTo>
                  <a:lnTo>
                    <a:pt x="198" y="314"/>
                  </a:lnTo>
                  <a:lnTo>
                    <a:pt x="208" y="308"/>
                  </a:lnTo>
                  <a:lnTo>
                    <a:pt x="216" y="302"/>
                  </a:lnTo>
                  <a:lnTo>
                    <a:pt x="224" y="294"/>
                  </a:lnTo>
                  <a:lnTo>
                    <a:pt x="230" y="287"/>
                  </a:lnTo>
                  <a:lnTo>
                    <a:pt x="236" y="278"/>
                  </a:lnTo>
                  <a:lnTo>
                    <a:pt x="240" y="269"/>
                  </a:lnTo>
                  <a:lnTo>
                    <a:pt x="242" y="259"/>
                  </a:lnTo>
                  <a:lnTo>
                    <a:pt x="244" y="248"/>
                  </a:lnTo>
                  <a:lnTo>
                    <a:pt x="245" y="236"/>
                  </a:lnTo>
                  <a:lnTo>
                    <a:pt x="244" y="226"/>
                  </a:lnTo>
                  <a:lnTo>
                    <a:pt x="242" y="216"/>
                  </a:lnTo>
                  <a:lnTo>
                    <a:pt x="240" y="206"/>
                  </a:lnTo>
                  <a:lnTo>
                    <a:pt x="236" y="198"/>
                  </a:lnTo>
                  <a:lnTo>
                    <a:pt x="231" y="189"/>
                  </a:lnTo>
                  <a:lnTo>
                    <a:pt x="226" y="182"/>
                  </a:lnTo>
                  <a:lnTo>
                    <a:pt x="219" y="174"/>
                  </a:lnTo>
                  <a:lnTo>
                    <a:pt x="212" y="168"/>
                  </a:lnTo>
                  <a:lnTo>
                    <a:pt x="197" y="156"/>
                  </a:lnTo>
                  <a:lnTo>
                    <a:pt x="180" y="146"/>
                  </a:lnTo>
                  <a:lnTo>
                    <a:pt x="162" y="136"/>
                  </a:lnTo>
                  <a:lnTo>
                    <a:pt x="145" y="127"/>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3" name="Freeform 24"/>
            <p:cNvSpPr>
              <a:spLocks noEditPoints="1"/>
            </p:cNvSpPr>
            <p:nvPr/>
          </p:nvSpPr>
          <p:spPr bwMode="gray">
            <a:xfrm>
              <a:off x="7018338" y="947616"/>
              <a:ext cx="138112" cy="169863"/>
            </a:xfrm>
            <a:custGeom>
              <a:avLst/>
              <a:gdLst>
                <a:gd name="T0" fmla="*/ 2147483647 w 376"/>
                <a:gd name="T1" fmla="*/ 2147483647 h 462"/>
                <a:gd name="T2" fmla="*/ 2147483647 w 376"/>
                <a:gd name="T3" fmla="*/ 2147483647 h 462"/>
                <a:gd name="T4" fmla="*/ 2147483647 w 376"/>
                <a:gd name="T5" fmla="*/ 2147483647 h 462"/>
                <a:gd name="T6" fmla="*/ 2147483647 w 376"/>
                <a:gd name="T7" fmla="*/ 2147483647 h 462"/>
                <a:gd name="T8" fmla="*/ 2147483647 w 376"/>
                <a:gd name="T9" fmla="*/ 2147483647 h 462"/>
                <a:gd name="T10" fmla="*/ 2147483647 w 376"/>
                <a:gd name="T11" fmla="*/ 2147483647 h 462"/>
                <a:gd name="T12" fmla="*/ 2147483647 w 376"/>
                <a:gd name="T13" fmla="*/ 2147483647 h 462"/>
                <a:gd name="T14" fmla="*/ 2147483647 w 376"/>
                <a:gd name="T15" fmla="*/ 2147483647 h 462"/>
                <a:gd name="T16" fmla="*/ 2147483647 w 376"/>
                <a:gd name="T17" fmla="*/ 2147483647 h 462"/>
                <a:gd name="T18" fmla="*/ 2147483647 w 376"/>
                <a:gd name="T19" fmla="*/ 2147483647 h 462"/>
                <a:gd name="T20" fmla="*/ 2147483647 w 376"/>
                <a:gd name="T21" fmla="*/ 2147483647 h 462"/>
                <a:gd name="T22" fmla="*/ 2147483647 w 376"/>
                <a:gd name="T23" fmla="*/ 2147483647 h 462"/>
                <a:gd name="T24" fmla="*/ 2147483647 w 376"/>
                <a:gd name="T25" fmla="*/ 2147483647 h 462"/>
                <a:gd name="T26" fmla="*/ 2147483647 w 376"/>
                <a:gd name="T27" fmla="*/ 2147483647 h 462"/>
                <a:gd name="T28" fmla="*/ 2147483647 w 376"/>
                <a:gd name="T29" fmla="*/ 2147483647 h 462"/>
                <a:gd name="T30" fmla="*/ 2147483647 w 376"/>
                <a:gd name="T31" fmla="*/ 2147483647 h 462"/>
                <a:gd name="T32" fmla="*/ 2147483647 w 376"/>
                <a:gd name="T33" fmla="*/ 2147483647 h 462"/>
                <a:gd name="T34" fmla="*/ 2147483647 w 376"/>
                <a:gd name="T35" fmla="*/ 2147483647 h 462"/>
                <a:gd name="T36" fmla="*/ 2147483647 w 376"/>
                <a:gd name="T37" fmla="*/ 2147483647 h 462"/>
                <a:gd name="T38" fmla="*/ 2147483647 w 376"/>
                <a:gd name="T39" fmla="*/ 2147483647 h 462"/>
                <a:gd name="T40" fmla="*/ 2147483647 w 376"/>
                <a:gd name="T41" fmla="*/ 2147483647 h 462"/>
                <a:gd name="T42" fmla="*/ 2147483647 w 376"/>
                <a:gd name="T43" fmla="*/ 2147483647 h 462"/>
                <a:gd name="T44" fmla="*/ 2147483647 w 376"/>
                <a:gd name="T45" fmla="*/ 2147483647 h 462"/>
                <a:gd name="T46" fmla="*/ 2147483647 w 376"/>
                <a:gd name="T47" fmla="*/ 2147483647 h 462"/>
                <a:gd name="T48" fmla="*/ 2147483647 w 376"/>
                <a:gd name="T49" fmla="*/ 2147483647 h 462"/>
                <a:gd name="T50" fmla="*/ 2147483647 w 376"/>
                <a:gd name="T51" fmla="*/ 2147483647 h 462"/>
                <a:gd name="T52" fmla="*/ 2147483647 w 376"/>
                <a:gd name="T53" fmla="*/ 2147483647 h 462"/>
                <a:gd name="T54" fmla="*/ 2147483647 w 376"/>
                <a:gd name="T55" fmla="*/ 2147483647 h 462"/>
                <a:gd name="T56" fmla="*/ 2147483647 w 376"/>
                <a:gd name="T57" fmla="*/ 2147483647 h 462"/>
                <a:gd name="T58" fmla="*/ 2147483647 w 376"/>
                <a:gd name="T59" fmla="*/ 2147483647 h 462"/>
                <a:gd name="T60" fmla="*/ 2147483647 w 376"/>
                <a:gd name="T61" fmla="*/ 2147483647 h 462"/>
                <a:gd name="T62" fmla="*/ 2147483647 w 376"/>
                <a:gd name="T63" fmla="*/ 2147483647 h 462"/>
                <a:gd name="T64" fmla="*/ 2147483647 w 376"/>
                <a:gd name="T65" fmla="*/ 2147483647 h 462"/>
                <a:gd name="T66" fmla="*/ 2147483647 w 376"/>
                <a:gd name="T67" fmla="*/ 2147483647 h 462"/>
                <a:gd name="T68" fmla="*/ 2147483647 w 376"/>
                <a:gd name="T69" fmla="*/ 2147483647 h 462"/>
                <a:gd name="T70" fmla="*/ 2147483647 w 376"/>
                <a:gd name="T71" fmla="*/ 2147483647 h 462"/>
                <a:gd name="T72" fmla="*/ 2147483647 w 376"/>
                <a:gd name="T73" fmla="*/ 2147483647 h 462"/>
                <a:gd name="T74" fmla="*/ 2147483647 w 376"/>
                <a:gd name="T75" fmla="*/ 2147483647 h 462"/>
                <a:gd name="T76" fmla="*/ 2147483647 w 376"/>
                <a:gd name="T77" fmla="*/ 2147483647 h 462"/>
                <a:gd name="T78" fmla="*/ 2147483647 w 376"/>
                <a:gd name="T79" fmla="*/ 2147483647 h 462"/>
                <a:gd name="T80" fmla="*/ 2147483647 w 376"/>
                <a:gd name="T81" fmla="*/ 2147483647 h 462"/>
                <a:gd name="T82" fmla="*/ 2147483647 w 376"/>
                <a:gd name="T83" fmla="*/ 2147483647 h 462"/>
                <a:gd name="T84" fmla="*/ 2147483647 w 376"/>
                <a:gd name="T85" fmla="*/ 2147483647 h 462"/>
                <a:gd name="T86" fmla="*/ 2147483647 w 376"/>
                <a:gd name="T87" fmla="*/ 2147483647 h 46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76"/>
                <a:gd name="T133" fmla="*/ 0 h 462"/>
                <a:gd name="T134" fmla="*/ 376 w 376"/>
                <a:gd name="T135" fmla="*/ 462 h 46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76" h="462">
                  <a:moveTo>
                    <a:pt x="215" y="49"/>
                  </a:moveTo>
                  <a:lnTo>
                    <a:pt x="215" y="49"/>
                  </a:lnTo>
                  <a:lnTo>
                    <a:pt x="225" y="50"/>
                  </a:lnTo>
                  <a:lnTo>
                    <a:pt x="234" y="52"/>
                  </a:lnTo>
                  <a:lnTo>
                    <a:pt x="243" y="56"/>
                  </a:lnTo>
                  <a:lnTo>
                    <a:pt x="250" y="60"/>
                  </a:lnTo>
                  <a:lnTo>
                    <a:pt x="256" y="66"/>
                  </a:lnTo>
                  <a:lnTo>
                    <a:pt x="262" y="73"/>
                  </a:lnTo>
                  <a:lnTo>
                    <a:pt x="266" y="80"/>
                  </a:lnTo>
                  <a:lnTo>
                    <a:pt x="270" y="88"/>
                  </a:lnTo>
                  <a:lnTo>
                    <a:pt x="274" y="96"/>
                  </a:lnTo>
                  <a:lnTo>
                    <a:pt x="276" y="106"/>
                  </a:lnTo>
                  <a:lnTo>
                    <a:pt x="279" y="125"/>
                  </a:lnTo>
                  <a:lnTo>
                    <a:pt x="281" y="144"/>
                  </a:lnTo>
                  <a:lnTo>
                    <a:pt x="281" y="164"/>
                  </a:lnTo>
                  <a:lnTo>
                    <a:pt x="280" y="193"/>
                  </a:lnTo>
                  <a:lnTo>
                    <a:pt x="277" y="218"/>
                  </a:lnTo>
                  <a:lnTo>
                    <a:pt x="275" y="229"/>
                  </a:lnTo>
                  <a:lnTo>
                    <a:pt x="271" y="238"/>
                  </a:lnTo>
                  <a:lnTo>
                    <a:pt x="268" y="248"/>
                  </a:lnTo>
                  <a:lnTo>
                    <a:pt x="265" y="257"/>
                  </a:lnTo>
                  <a:lnTo>
                    <a:pt x="261" y="263"/>
                  </a:lnTo>
                  <a:lnTo>
                    <a:pt x="255" y="270"/>
                  </a:lnTo>
                  <a:lnTo>
                    <a:pt x="250" y="275"/>
                  </a:lnTo>
                  <a:lnTo>
                    <a:pt x="245" y="279"/>
                  </a:lnTo>
                  <a:lnTo>
                    <a:pt x="237" y="282"/>
                  </a:lnTo>
                  <a:lnTo>
                    <a:pt x="231" y="284"/>
                  </a:lnTo>
                  <a:lnTo>
                    <a:pt x="223" y="287"/>
                  </a:lnTo>
                  <a:lnTo>
                    <a:pt x="215" y="287"/>
                  </a:lnTo>
                  <a:lnTo>
                    <a:pt x="205" y="287"/>
                  </a:lnTo>
                  <a:lnTo>
                    <a:pt x="196" y="284"/>
                  </a:lnTo>
                  <a:lnTo>
                    <a:pt x="188" y="281"/>
                  </a:lnTo>
                  <a:lnTo>
                    <a:pt x="181" y="278"/>
                  </a:lnTo>
                  <a:lnTo>
                    <a:pt x="174" y="273"/>
                  </a:lnTo>
                  <a:lnTo>
                    <a:pt x="169" y="267"/>
                  </a:lnTo>
                  <a:lnTo>
                    <a:pt x="164" y="261"/>
                  </a:lnTo>
                  <a:lnTo>
                    <a:pt x="159" y="255"/>
                  </a:lnTo>
                  <a:lnTo>
                    <a:pt x="156" y="247"/>
                  </a:lnTo>
                  <a:lnTo>
                    <a:pt x="153" y="240"/>
                  </a:lnTo>
                  <a:lnTo>
                    <a:pt x="149" y="224"/>
                  </a:lnTo>
                  <a:lnTo>
                    <a:pt x="146" y="206"/>
                  </a:lnTo>
                  <a:lnTo>
                    <a:pt x="146" y="189"/>
                  </a:lnTo>
                  <a:lnTo>
                    <a:pt x="146" y="161"/>
                  </a:lnTo>
                  <a:lnTo>
                    <a:pt x="146" y="148"/>
                  </a:lnTo>
                  <a:lnTo>
                    <a:pt x="149" y="130"/>
                  </a:lnTo>
                  <a:lnTo>
                    <a:pt x="152" y="111"/>
                  </a:lnTo>
                  <a:lnTo>
                    <a:pt x="154" y="102"/>
                  </a:lnTo>
                  <a:lnTo>
                    <a:pt x="157" y="93"/>
                  </a:lnTo>
                  <a:lnTo>
                    <a:pt x="161" y="84"/>
                  </a:lnTo>
                  <a:lnTo>
                    <a:pt x="166" y="76"/>
                  </a:lnTo>
                  <a:lnTo>
                    <a:pt x="171" y="68"/>
                  </a:lnTo>
                  <a:lnTo>
                    <a:pt x="177" y="62"/>
                  </a:lnTo>
                  <a:lnTo>
                    <a:pt x="185" y="57"/>
                  </a:lnTo>
                  <a:lnTo>
                    <a:pt x="193" y="52"/>
                  </a:lnTo>
                  <a:lnTo>
                    <a:pt x="203" y="50"/>
                  </a:lnTo>
                  <a:lnTo>
                    <a:pt x="215" y="49"/>
                  </a:lnTo>
                  <a:close/>
                  <a:moveTo>
                    <a:pt x="239" y="1"/>
                  </a:moveTo>
                  <a:lnTo>
                    <a:pt x="239" y="1"/>
                  </a:lnTo>
                  <a:lnTo>
                    <a:pt x="228" y="2"/>
                  </a:lnTo>
                  <a:lnTo>
                    <a:pt x="215" y="4"/>
                  </a:lnTo>
                  <a:lnTo>
                    <a:pt x="203" y="7"/>
                  </a:lnTo>
                  <a:lnTo>
                    <a:pt x="191" y="13"/>
                  </a:lnTo>
                  <a:lnTo>
                    <a:pt x="180" y="19"/>
                  </a:lnTo>
                  <a:lnTo>
                    <a:pt x="169" y="27"/>
                  </a:lnTo>
                  <a:lnTo>
                    <a:pt x="158" y="36"/>
                  </a:lnTo>
                  <a:lnTo>
                    <a:pt x="147" y="46"/>
                  </a:lnTo>
                  <a:lnTo>
                    <a:pt x="147" y="0"/>
                  </a:lnTo>
                  <a:lnTo>
                    <a:pt x="140" y="1"/>
                  </a:lnTo>
                  <a:lnTo>
                    <a:pt x="0" y="24"/>
                  </a:lnTo>
                  <a:lnTo>
                    <a:pt x="0" y="48"/>
                  </a:lnTo>
                  <a:lnTo>
                    <a:pt x="6" y="48"/>
                  </a:lnTo>
                  <a:lnTo>
                    <a:pt x="21" y="49"/>
                  </a:lnTo>
                  <a:lnTo>
                    <a:pt x="33" y="51"/>
                  </a:lnTo>
                  <a:lnTo>
                    <a:pt x="42" y="55"/>
                  </a:lnTo>
                  <a:lnTo>
                    <a:pt x="46" y="57"/>
                  </a:lnTo>
                  <a:lnTo>
                    <a:pt x="49" y="59"/>
                  </a:lnTo>
                  <a:lnTo>
                    <a:pt x="51" y="62"/>
                  </a:lnTo>
                  <a:lnTo>
                    <a:pt x="53" y="65"/>
                  </a:lnTo>
                  <a:lnTo>
                    <a:pt x="57" y="75"/>
                  </a:lnTo>
                  <a:lnTo>
                    <a:pt x="59" y="87"/>
                  </a:lnTo>
                  <a:lnTo>
                    <a:pt x="59" y="101"/>
                  </a:lnTo>
                  <a:lnTo>
                    <a:pt x="59" y="462"/>
                  </a:lnTo>
                  <a:lnTo>
                    <a:pt x="146" y="462"/>
                  </a:lnTo>
                  <a:lnTo>
                    <a:pt x="146" y="297"/>
                  </a:lnTo>
                  <a:lnTo>
                    <a:pt x="153" y="305"/>
                  </a:lnTo>
                  <a:lnTo>
                    <a:pt x="160" y="311"/>
                  </a:lnTo>
                  <a:lnTo>
                    <a:pt x="169" y="318"/>
                  </a:lnTo>
                  <a:lnTo>
                    <a:pt x="180" y="324"/>
                  </a:lnTo>
                  <a:lnTo>
                    <a:pt x="190" y="328"/>
                  </a:lnTo>
                  <a:lnTo>
                    <a:pt x="204" y="332"/>
                  </a:lnTo>
                  <a:lnTo>
                    <a:pt x="219" y="334"/>
                  </a:lnTo>
                  <a:lnTo>
                    <a:pt x="236" y="335"/>
                  </a:lnTo>
                  <a:lnTo>
                    <a:pt x="253" y="335"/>
                  </a:lnTo>
                  <a:lnTo>
                    <a:pt x="268" y="333"/>
                  </a:lnTo>
                  <a:lnTo>
                    <a:pt x="283" y="328"/>
                  </a:lnTo>
                  <a:lnTo>
                    <a:pt x="297" y="324"/>
                  </a:lnTo>
                  <a:lnTo>
                    <a:pt x="309" y="318"/>
                  </a:lnTo>
                  <a:lnTo>
                    <a:pt x="321" y="310"/>
                  </a:lnTo>
                  <a:lnTo>
                    <a:pt x="331" y="302"/>
                  </a:lnTo>
                  <a:lnTo>
                    <a:pt x="341" y="291"/>
                  </a:lnTo>
                  <a:lnTo>
                    <a:pt x="348" y="280"/>
                  </a:lnTo>
                  <a:lnTo>
                    <a:pt x="356" y="267"/>
                  </a:lnTo>
                  <a:lnTo>
                    <a:pt x="362" y="252"/>
                  </a:lnTo>
                  <a:lnTo>
                    <a:pt x="368" y="237"/>
                  </a:lnTo>
                  <a:lnTo>
                    <a:pt x="371" y="220"/>
                  </a:lnTo>
                  <a:lnTo>
                    <a:pt x="374" y="203"/>
                  </a:lnTo>
                  <a:lnTo>
                    <a:pt x="375" y="184"/>
                  </a:lnTo>
                  <a:lnTo>
                    <a:pt x="376" y="164"/>
                  </a:lnTo>
                  <a:lnTo>
                    <a:pt x="375" y="144"/>
                  </a:lnTo>
                  <a:lnTo>
                    <a:pt x="374" y="127"/>
                  </a:lnTo>
                  <a:lnTo>
                    <a:pt x="371" y="110"/>
                  </a:lnTo>
                  <a:lnTo>
                    <a:pt x="367" y="94"/>
                  </a:lnTo>
                  <a:lnTo>
                    <a:pt x="362" y="80"/>
                  </a:lnTo>
                  <a:lnTo>
                    <a:pt x="356" y="66"/>
                  </a:lnTo>
                  <a:lnTo>
                    <a:pt x="348" y="55"/>
                  </a:lnTo>
                  <a:lnTo>
                    <a:pt x="340" y="44"/>
                  </a:lnTo>
                  <a:lnTo>
                    <a:pt x="331" y="34"/>
                  </a:lnTo>
                  <a:lnTo>
                    <a:pt x="321" y="26"/>
                  </a:lnTo>
                  <a:lnTo>
                    <a:pt x="310" y="18"/>
                  </a:lnTo>
                  <a:lnTo>
                    <a:pt x="297" y="12"/>
                  </a:lnTo>
                  <a:lnTo>
                    <a:pt x="284" y="7"/>
                  </a:lnTo>
                  <a:lnTo>
                    <a:pt x="270" y="4"/>
                  </a:lnTo>
                  <a:lnTo>
                    <a:pt x="255" y="2"/>
                  </a:lnTo>
                  <a:lnTo>
                    <a:pt x="239" y="1"/>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4" name="Freeform 27"/>
            <p:cNvSpPr>
              <a:spLocks/>
            </p:cNvSpPr>
            <p:nvPr/>
          </p:nvSpPr>
          <p:spPr bwMode="gray">
            <a:xfrm>
              <a:off x="7178675" y="947616"/>
              <a:ext cx="52388" cy="120650"/>
            </a:xfrm>
            <a:custGeom>
              <a:avLst/>
              <a:gdLst>
                <a:gd name="T0" fmla="*/ 0 w 145"/>
                <a:gd name="T1" fmla="*/ 2147483647 h 327"/>
                <a:gd name="T2" fmla="*/ 0 w 145"/>
                <a:gd name="T3" fmla="*/ 2147483647 h 327"/>
                <a:gd name="T4" fmla="*/ 2147483647 w 145"/>
                <a:gd name="T5" fmla="*/ 2147483647 h 327"/>
                <a:gd name="T6" fmla="*/ 2147483647 w 145"/>
                <a:gd name="T7" fmla="*/ 2147483647 h 327"/>
                <a:gd name="T8" fmla="*/ 2147483647 w 145"/>
                <a:gd name="T9" fmla="*/ 2147483647 h 327"/>
                <a:gd name="T10" fmla="*/ 2147483647 w 145"/>
                <a:gd name="T11" fmla="*/ 2147483647 h 327"/>
                <a:gd name="T12" fmla="*/ 2147483647 w 145"/>
                <a:gd name="T13" fmla="*/ 2147483647 h 327"/>
                <a:gd name="T14" fmla="*/ 2147483647 w 145"/>
                <a:gd name="T15" fmla="*/ 2147483647 h 327"/>
                <a:gd name="T16" fmla="*/ 2147483647 w 145"/>
                <a:gd name="T17" fmla="*/ 2147483647 h 327"/>
                <a:gd name="T18" fmla="*/ 2147483647 w 145"/>
                <a:gd name="T19" fmla="*/ 2147483647 h 327"/>
                <a:gd name="T20" fmla="*/ 2147483647 w 145"/>
                <a:gd name="T21" fmla="*/ 2147483647 h 327"/>
                <a:gd name="T22" fmla="*/ 2147483647 w 145"/>
                <a:gd name="T23" fmla="*/ 2147483647 h 327"/>
                <a:gd name="T24" fmla="*/ 2147483647 w 145"/>
                <a:gd name="T25" fmla="*/ 2147483647 h 327"/>
                <a:gd name="T26" fmla="*/ 2147483647 w 145"/>
                <a:gd name="T27" fmla="*/ 2147483647 h 327"/>
                <a:gd name="T28" fmla="*/ 2147483647 w 145"/>
                <a:gd name="T29" fmla="*/ 2147483647 h 327"/>
                <a:gd name="T30" fmla="*/ 2147483647 w 145"/>
                <a:gd name="T31" fmla="*/ 2147483647 h 327"/>
                <a:gd name="T32" fmla="*/ 2147483647 w 145"/>
                <a:gd name="T33" fmla="*/ 0 h 327"/>
                <a:gd name="T34" fmla="*/ 2147483647 w 145"/>
                <a:gd name="T35" fmla="*/ 2147483647 h 327"/>
                <a:gd name="T36" fmla="*/ 0 w 145"/>
                <a:gd name="T37" fmla="*/ 2147483647 h 32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45"/>
                <a:gd name="T58" fmla="*/ 0 h 327"/>
                <a:gd name="T59" fmla="*/ 145 w 145"/>
                <a:gd name="T60" fmla="*/ 327 h 32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45" h="327">
                  <a:moveTo>
                    <a:pt x="0" y="24"/>
                  </a:moveTo>
                  <a:lnTo>
                    <a:pt x="0" y="48"/>
                  </a:lnTo>
                  <a:lnTo>
                    <a:pt x="6" y="48"/>
                  </a:lnTo>
                  <a:lnTo>
                    <a:pt x="21" y="49"/>
                  </a:lnTo>
                  <a:lnTo>
                    <a:pt x="32" y="51"/>
                  </a:lnTo>
                  <a:lnTo>
                    <a:pt x="42" y="55"/>
                  </a:lnTo>
                  <a:lnTo>
                    <a:pt x="45" y="57"/>
                  </a:lnTo>
                  <a:lnTo>
                    <a:pt x="48" y="59"/>
                  </a:lnTo>
                  <a:lnTo>
                    <a:pt x="51" y="62"/>
                  </a:lnTo>
                  <a:lnTo>
                    <a:pt x="53" y="65"/>
                  </a:lnTo>
                  <a:lnTo>
                    <a:pt x="57" y="75"/>
                  </a:lnTo>
                  <a:lnTo>
                    <a:pt x="58" y="87"/>
                  </a:lnTo>
                  <a:lnTo>
                    <a:pt x="58" y="101"/>
                  </a:lnTo>
                  <a:lnTo>
                    <a:pt x="58" y="327"/>
                  </a:lnTo>
                  <a:lnTo>
                    <a:pt x="145" y="327"/>
                  </a:lnTo>
                  <a:lnTo>
                    <a:pt x="145" y="0"/>
                  </a:lnTo>
                  <a:lnTo>
                    <a:pt x="139" y="1"/>
                  </a:lnTo>
                  <a:lnTo>
                    <a:pt x="0" y="2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5" name="Freeform 29"/>
            <p:cNvSpPr>
              <a:spLocks/>
            </p:cNvSpPr>
            <p:nvPr/>
          </p:nvSpPr>
          <p:spPr bwMode="gray">
            <a:xfrm>
              <a:off x="7196138" y="898404"/>
              <a:ext cx="39687" cy="36512"/>
            </a:xfrm>
            <a:custGeom>
              <a:avLst/>
              <a:gdLst>
                <a:gd name="T0" fmla="*/ 2147483647 w 108"/>
                <a:gd name="T1" fmla="*/ 2147483647 h 96"/>
                <a:gd name="T2" fmla="*/ 2147483647 w 108"/>
                <a:gd name="T3" fmla="*/ 2147483647 h 96"/>
                <a:gd name="T4" fmla="*/ 2147483647 w 108"/>
                <a:gd name="T5" fmla="*/ 2147483647 h 96"/>
                <a:gd name="T6" fmla="*/ 2147483647 w 108"/>
                <a:gd name="T7" fmla="*/ 2147483647 h 96"/>
                <a:gd name="T8" fmla="*/ 2147483647 w 108"/>
                <a:gd name="T9" fmla="*/ 2147483647 h 96"/>
                <a:gd name="T10" fmla="*/ 2147483647 w 108"/>
                <a:gd name="T11" fmla="*/ 2147483647 h 96"/>
                <a:gd name="T12" fmla="*/ 2147483647 w 108"/>
                <a:gd name="T13" fmla="*/ 2147483647 h 96"/>
                <a:gd name="T14" fmla="*/ 2147483647 w 108"/>
                <a:gd name="T15" fmla="*/ 2147483647 h 96"/>
                <a:gd name="T16" fmla="*/ 2147483647 w 108"/>
                <a:gd name="T17" fmla="*/ 2147483647 h 96"/>
                <a:gd name="T18" fmla="*/ 2147483647 w 108"/>
                <a:gd name="T19" fmla="*/ 2147483647 h 96"/>
                <a:gd name="T20" fmla="*/ 2147483647 w 108"/>
                <a:gd name="T21" fmla="*/ 2147483647 h 96"/>
                <a:gd name="T22" fmla="*/ 2147483647 w 108"/>
                <a:gd name="T23" fmla="*/ 2147483647 h 96"/>
                <a:gd name="T24" fmla="*/ 2147483647 w 108"/>
                <a:gd name="T25" fmla="*/ 2147483647 h 96"/>
                <a:gd name="T26" fmla="*/ 2147483647 w 108"/>
                <a:gd name="T27" fmla="*/ 2147483647 h 96"/>
                <a:gd name="T28" fmla="*/ 2147483647 w 108"/>
                <a:gd name="T29" fmla="*/ 2147483647 h 96"/>
                <a:gd name="T30" fmla="*/ 2147483647 w 108"/>
                <a:gd name="T31" fmla="*/ 2147483647 h 96"/>
                <a:gd name="T32" fmla="*/ 2147483647 w 108"/>
                <a:gd name="T33" fmla="*/ 2147483647 h 96"/>
                <a:gd name="T34" fmla="*/ 2147483647 w 108"/>
                <a:gd name="T35" fmla="*/ 2147483647 h 96"/>
                <a:gd name="T36" fmla="*/ 2147483647 w 108"/>
                <a:gd name="T37" fmla="*/ 0 h 96"/>
                <a:gd name="T38" fmla="*/ 2147483647 w 108"/>
                <a:gd name="T39" fmla="*/ 0 h 96"/>
                <a:gd name="T40" fmla="*/ 2147483647 w 108"/>
                <a:gd name="T41" fmla="*/ 2147483647 h 96"/>
                <a:gd name="T42" fmla="*/ 2147483647 w 108"/>
                <a:gd name="T43" fmla="*/ 2147483647 h 96"/>
                <a:gd name="T44" fmla="*/ 2147483647 w 108"/>
                <a:gd name="T45" fmla="*/ 2147483647 h 96"/>
                <a:gd name="T46" fmla="*/ 2147483647 w 108"/>
                <a:gd name="T47" fmla="*/ 2147483647 h 96"/>
                <a:gd name="T48" fmla="*/ 2147483647 w 108"/>
                <a:gd name="T49" fmla="*/ 2147483647 h 96"/>
                <a:gd name="T50" fmla="*/ 2147483647 w 108"/>
                <a:gd name="T51" fmla="*/ 2147483647 h 96"/>
                <a:gd name="T52" fmla="*/ 2147483647 w 108"/>
                <a:gd name="T53" fmla="*/ 2147483647 h 96"/>
                <a:gd name="T54" fmla="*/ 0 w 108"/>
                <a:gd name="T55" fmla="*/ 2147483647 h 96"/>
                <a:gd name="T56" fmla="*/ 0 w 108"/>
                <a:gd name="T57" fmla="*/ 2147483647 h 96"/>
                <a:gd name="T58" fmla="*/ 2147483647 w 108"/>
                <a:gd name="T59" fmla="*/ 2147483647 h 96"/>
                <a:gd name="T60" fmla="*/ 2147483647 w 108"/>
                <a:gd name="T61" fmla="*/ 2147483647 h 96"/>
                <a:gd name="T62" fmla="*/ 2147483647 w 108"/>
                <a:gd name="T63" fmla="*/ 2147483647 h 96"/>
                <a:gd name="T64" fmla="*/ 2147483647 w 108"/>
                <a:gd name="T65" fmla="*/ 2147483647 h 96"/>
                <a:gd name="T66" fmla="*/ 2147483647 w 108"/>
                <a:gd name="T67" fmla="*/ 2147483647 h 96"/>
                <a:gd name="T68" fmla="*/ 2147483647 w 108"/>
                <a:gd name="T69" fmla="*/ 2147483647 h 96"/>
                <a:gd name="T70" fmla="*/ 2147483647 w 108"/>
                <a:gd name="T71" fmla="*/ 2147483647 h 96"/>
                <a:gd name="T72" fmla="*/ 2147483647 w 108"/>
                <a:gd name="T73" fmla="*/ 2147483647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08"/>
                <a:gd name="T112" fmla="*/ 0 h 96"/>
                <a:gd name="T113" fmla="*/ 108 w 108"/>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08" h="96">
                  <a:moveTo>
                    <a:pt x="53" y="96"/>
                  </a:moveTo>
                  <a:lnTo>
                    <a:pt x="53" y="96"/>
                  </a:lnTo>
                  <a:lnTo>
                    <a:pt x="63" y="94"/>
                  </a:lnTo>
                  <a:lnTo>
                    <a:pt x="74" y="92"/>
                  </a:lnTo>
                  <a:lnTo>
                    <a:pt x="84" y="88"/>
                  </a:lnTo>
                  <a:lnTo>
                    <a:pt x="91" y="82"/>
                  </a:lnTo>
                  <a:lnTo>
                    <a:pt x="99" y="74"/>
                  </a:lnTo>
                  <a:lnTo>
                    <a:pt x="103" y="67"/>
                  </a:lnTo>
                  <a:lnTo>
                    <a:pt x="106" y="57"/>
                  </a:lnTo>
                  <a:lnTo>
                    <a:pt x="108" y="47"/>
                  </a:lnTo>
                  <a:lnTo>
                    <a:pt x="107" y="39"/>
                  </a:lnTo>
                  <a:lnTo>
                    <a:pt x="104" y="29"/>
                  </a:lnTo>
                  <a:lnTo>
                    <a:pt x="99" y="22"/>
                  </a:lnTo>
                  <a:lnTo>
                    <a:pt x="92" y="14"/>
                  </a:lnTo>
                  <a:lnTo>
                    <a:pt x="84" y="9"/>
                  </a:lnTo>
                  <a:lnTo>
                    <a:pt x="74" y="5"/>
                  </a:lnTo>
                  <a:lnTo>
                    <a:pt x="64" y="1"/>
                  </a:lnTo>
                  <a:lnTo>
                    <a:pt x="54" y="0"/>
                  </a:lnTo>
                  <a:lnTo>
                    <a:pt x="43" y="1"/>
                  </a:lnTo>
                  <a:lnTo>
                    <a:pt x="32" y="5"/>
                  </a:lnTo>
                  <a:lnTo>
                    <a:pt x="24" y="9"/>
                  </a:lnTo>
                  <a:lnTo>
                    <a:pt x="15" y="14"/>
                  </a:lnTo>
                  <a:lnTo>
                    <a:pt x="9" y="22"/>
                  </a:lnTo>
                  <a:lnTo>
                    <a:pt x="5" y="29"/>
                  </a:lnTo>
                  <a:lnTo>
                    <a:pt x="1" y="39"/>
                  </a:lnTo>
                  <a:lnTo>
                    <a:pt x="0" y="47"/>
                  </a:lnTo>
                  <a:lnTo>
                    <a:pt x="1" y="57"/>
                  </a:lnTo>
                  <a:lnTo>
                    <a:pt x="5" y="67"/>
                  </a:lnTo>
                  <a:lnTo>
                    <a:pt x="9" y="74"/>
                  </a:lnTo>
                  <a:lnTo>
                    <a:pt x="15" y="82"/>
                  </a:lnTo>
                  <a:lnTo>
                    <a:pt x="23" y="88"/>
                  </a:lnTo>
                  <a:lnTo>
                    <a:pt x="32" y="92"/>
                  </a:lnTo>
                  <a:lnTo>
                    <a:pt x="42" y="94"/>
                  </a:lnTo>
                  <a:lnTo>
                    <a:pt x="53" y="96"/>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6" name="Freeform 31"/>
            <p:cNvSpPr>
              <a:spLocks/>
            </p:cNvSpPr>
            <p:nvPr/>
          </p:nvSpPr>
          <p:spPr bwMode="gray">
            <a:xfrm>
              <a:off x="7261225" y="947616"/>
              <a:ext cx="103188" cy="120650"/>
            </a:xfrm>
            <a:custGeom>
              <a:avLst/>
              <a:gdLst>
                <a:gd name="T0" fmla="*/ 2147483647 w 282"/>
                <a:gd name="T1" fmla="*/ 2147483647 h 327"/>
                <a:gd name="T2" fmla="*/ 2147483647 w 282"/>
                <a:gd name="T3" fmla="*/ 2147483647 h 327"/>
                <a:gd name="T4" fmla="*/ 2147483647 w 282"/>
                <a:gd name="T5" fmla="*/ 2147483647 h 327"/>
                <a:gd name="T6" fmla="*/ 2147483647 w 282"/>
                <a:gd name="T7" fmla="*/ 2147483647 h 327"/>
                <a:gd name="T8" fmla="*/ 2147483647 w 282"/>
                <a:gd name="T9" fmla="*/ 2147483647 h 327"/>
                <a:gd name="T10" fmla="*/ 2147483647 w 282"/>
                <a:gd name="T11" fmla="*/ 2147483647 h 327"/>
                <a:gd name="T12" fmla="*/ 2147483647 w 282"/>
                <a:gd name="T13" fmla="*/ 2147483647 h 327"/>
                <a:gd name="T14" fmla="*/ 2147483647 w 282"/>
                <a:gd name="T15" fmla="*/ 2147483647 h 327"/>
                <a:gd name="T16" fmla="*/ 2147483647 w 282"/>
                <a:gd name="T17" fmla="*/ 2147483647 h 327"/>
                <a:gd name="T18" fmla="*/ 2147483647 w 282"/>
                <a:gd name="T19" fmla="*/ 2147483647 h 327"/>
                <a:gd name="T20" fmla="*/ 2147483647 w 282"/>
                <a:gd name="T21" fmla="*/ 2147483647 h 327"/>
                <a:gd name="T22" fmla="*/ 2147483647 w 282"/>
                <a:gd name="T23" fmla="*/ 2147483647 h 327"/>
                <a:gd name="T24" fmla="*/ 2147483647 w 282"/>
                <a:gd name="T25" fmla="*/ 2147483647 h 327"/>
                <a:gd name="T26" fmla="*/ 2147483647 w 282"/>
                <a:gd name="T27" fmla="*/ 2147483647 h 327"/>
                <a:gd name="T28" fmla="*/ 2147483647 w 282"/>
                <a:gd name="T29" fmla="*/ 2147483647 h 327"/>
                <a:gd name="T30" fmla="*/ 2147483647 w 282"/>
                <a:gd name="T31" fmla="*/ 2147483647 h 327"/>
                <a:gd name="T32" fmla="*/ 2147483647 w 282"/>
                <a:gd name="T33" fmla="*/ 2147483647 h 327"/>
                <a:gd name="T34" fmla="*/ 2147483647 w 282"/>
                <a:gd name="T35" fmla="*/ 2147483647 h 327"/>
                <a:gd name="T36" fmla="*/ 2147483647 w 282"/>
                <a:gd name="T37" fmla="*/ 2147483647 h 327"/>
                <a:gd name="T38" fmla="*/ 2147483647 w 282"/>
                <a:gd name="T39" fmla="*/ 0 h 327"/>
                <a:gd name="T40" fmla="*/ 0 w 282"/>
                <a:gd name="T41" fmla="*/ 2147483647 h 327"/>
                <a:gd name="T42" fmla="*/ 0 w 282"/>
                <a:gd name="T43" fmla="*/ 2147483647 h 327"/>
                <a:gd name="T44" fmla="*/ 2147483647 w 282"/>
                <a:gd name="T45" fmla="*/ 2147483647 h 327"/>
                <a:gd name="T46" fmla="*/ 2147483647 w 282"/>
                <a:gd name="T47" fmla="*/ 2147483647 h 327"/>
                <a:gd name="T48" fmla="*/ 2147483647 w 282"/>
                <a:gd name="T49" fmla="*/ 2147483647 h 327"/>
                <a:gd name="T50" fmla="*/ 2147483647 w 282"/>
                <a:gd name="T51" fmla="*/ 2147483647 h 327"/>
                <a:gd name="T52" fmla="*/ 2147483647 w 282"/>
                <a:gd name="T53" fmla="*/ 2147483647 h 327"/>
                <a:gd name="T54" fmla="*/ 2147483647 w 282"/>
                <a:gd name="T55" fmla="*/ 2147483647 h 327"/>
                <a:gd name="T56" fmla="*/ 2147483647 w 282"/>
                <a:gd name="T57" fmla="*/ 2147483647 h 327"/>
                <a:gd name="T58" fmla="*/ 2147483647 w 282"/>
                <a:gd name="T59" fmla="*/ 2147483647 h 327"/>
                <a:gd name="T60" fmla="*/ 2147483647 w 282"/>
                <a:gd name="T61" fmla="*/ 2147483647 h 327"/>
                <a:gd name="T62" fmla="*/ 2147483647 w 282"/>
                <a:gd name="T63" fmla="*/ 2147483647 h 327"/>
                <a:gd name="T64" fmla="*/ 2147483647 w 282"/>
                <a:gd name="T65" fmla="*/ 2147483647 h 327"/>
                <a:gd name="T66" fmla="*/ 2147483647 w 282"/>
                <a:gd name="T67" fmla="*/ 2147483647 h 327"/>
                <a:gd name="T68" fmla="*/ 2147483647 w 282"/>
                <a:gd name="T69" fmla="*/ 2147483647 h 327"/>
                <a:gd name="T70" fmla="*/ 2147483647 w 282"/>
                <a:gd name="T71" fmla="*/ 2147483647 h 327"/>
                <a:gd name="T72" fmla="*/ 2147483647 w 282"/>
                <a:gd name="T73" fmla="*/ 2147483647 h 327"/>
                <a:gd name="T74" fmla="*/ 2147483647 w 282"/>
                <a:gd name="T75" fmla="*/ 2147483647 h 327"/>
                <a:gd name="T76" fmla="*/ 2147483647 w 282"/>
                <a:gd name="T77" fmla="*/ 2147483647 h 327"/>
                <a:gd name="T78" fmla="*/ 2147483647 w 282"/>
                <a:gd name="T79" fmla="*/ 2147483647 h 327"/>
                <a:gd name="T80" fmla="*/ 2147483647 w 282"/>
                <a:gd name="T81" fmla="*/ 2147483647 h 327"/>
                <a:gd name="T82" fmla="*/ 2147483647 w 282"/>
                <a:gd name="T83" fmla="*/ 2147483647 h 327"/>
                <a:gd name="T84" fmla="*/ 2147483647 w 282"/>
                <a:gd name="T85" fmla="*/ 2147483647 h 327"/>
                <a:gd name="T86" fmla="*/ 2147483647 w 282"/>
                <a:gd name="T87" fmla="*/ 2147483647 h 327"/>
                <a:gd name="T88" fmla="*/ 2147483647 w 282"/>
                <a:gd name="T89" fmla="*/ 2147483647 h 327"/>
                <a:gd name="T90" fmla="*/ 2147483647 w 282"/>
                <a:gd name="T91" fmla="*/ 2147483647 h 327"/>
                <a:gd name="T92" fmla="*/ 2147483647 w 282"/>
                <a:gd name="T93" fmla="*/ 2147483647 h 327"/>
                <a:gd name="T94" fmla="*/ 2147483647 w 282"/>
                <a:gd name="T95" fmla="*/ 2147483647 h 327"/>
                <a:gd name="T96" fmla="*/ 2147483647 w 282"/>
                <a:gd name="T97" fmla="*/ 2147483647 h 327"/>
                <a:gd name="T98" fmla="*/ 2147483647 w 282"/>
                <a:gd name="T99" fmla="*/ 2147483647 h 327"/>
                <a:gd name="T100" fmla="*/ 2147483647 w 282"/>
                <a:gd name="T101" fmla="*/ 2147483647 h 327"/>
                <a:gd name="T102" fmla="*/ 2147483647 w 282"/>
                <a:gd name="T103" fmla="*/ 2147483647 h 327"/>
                <a:gd name="T104" fmla="*/ 2147483647 w 282"/>
                <a:gd name="T105" fmla="*/ 2147483647 h 327"/>
                <a:gd name="T106" fmla="*/ 2147483647 w 282"/>
                <a:gd name="T107" fmla="*/ 2147483647 h 327"/>
                <a:gd name="T108" fmla="*/ 2147483647 w 282"/>
                <a:gd name="T109" fmla="*/ 2147483647 h 327"/>
                <a:gd name="T110" fmla="*/ 2147483647 w 282"/>
                <a:gd name="T111" fmla="*/ 2147483647 h 327"/>
                <a:gd name="T112" fmla="*/ 2147483647 w 282"/>
                <a:gd name="T113" fmla="*/ 2147483647 h 327"/>
                <a:gd name="T114" fmla="*/ 2147483647 w 282"/>
                <a:gd name="T115" fmla="*/ 2147483647 h 327"/>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282"/>
                <a:gd name="T175" fmla="*/ 0 h 327"/>
                <a:gd name="T176" fmla="*/ 282 w 282"/>
                <a:gd name="T177" fmla="*/ 327 h 327"/>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282" h="327">
                  <a:moveTo>
                    <a:pt x="282" y="74"/>
                  </a:moveTo>
                  <a:lnTo>
                    <a:pt x="282" y="5"/>
                  </a:lnTo>
                  <a:lnTo>
                    <a:pt x="277" y="4"/>
                  </a:lnTo>
                  <a:lnTo>
                    <a:pt x="256" y="2"/>
                  </a:lnTo>
                  <a:lnTo>
                    <a:pt x="236" y="1"/>
                  </a:lnTo>
                  <a:lnTo>
                    <a:pt x="226" y="2"/>
                  </a:lnTo>
                  <a:lnTo>
                    <a:pt x="218" y="3"/>
                  </a:lnTo>
                  <a:lnTo>
                    <a:pt x="210" y="5"/>
                  </a:lnTo>
                  <a:lnTo>
                    <a:pt x="203" y="7"/>
                  </a:lnTo>
                  <a:lnTo>
                    <a:pt x="195" y="11"/>
                  </a:lnTo>
                  <a:lnTo>
                    <a:pt x="189" y="14"/>
                  </a:lnTo>
                  <a:lnTo>
                    <a:pt x="177" y="24"/>
                  </a:lnTo>
                  <a:lnTo>
                    <a:pt x="168" y="33"/>
                  </a:lnTo>
                  <a:lnTo>
                    <a:pt x="159" y="44"/>
                  </a:lnTo>
                  <a:lnTo>
                    <a:pt x="152" y="56"/>
                  </a:lnTo>
                  <a:lnTo>
                    <a:pt x="146" y="66"/>
                  </a:lnTo>
                  <a:lnTo>
                    <a:pt x="146" y="0"/>
                  </a:lnTo>
                  <a:lnTo>
                    <a:pt x="0" y="24"/>
                  </a:lnTo>
                  <a:lnTo>
                    <a:pt x="0" y="48"/>
                  </a:lnTo>
                  <a:lnTo>
                    <a:pt x="5" y="48"/>
                  </a:lnTo>
                  <a:lnTo>
                    <a:pt x="20" y="49"/>
                  </a:lnTo>
                  <a:lnTo>
                    <a:pt x="33" y="51"/>
                  </a:lnTo>
                  <a:lnTo>
                    <a:pt x="41" y="55"/>
                  </a:lnTo>
                  <a:lnTo>
                    <a:pt x="46" y="57"/>
                  </a:lnTo>
                  <a:lnTo>
                    <a:pt x="49" y="59"/>
                  </a:lnTo>
                  <a:lnTo>
                    <a:pt x="51" y="62"/>
                  </a:lnTo>
                  <a:lnTo>
                    <a:pt x="53" y="65"/>
                  </a:lnTo>
                  <a:lnTo>
                    <a:pt x="56" y="75"/>
                  </a:lnTo>
                  <a:lnTo>
                    <a:pt x="59" y="87"/>
                  </a:lnTo>
                  <a:lnTo>
                    <a:pt x="59" y="101"/>
                  </a:lnTo>
                  <a:lnTo>
                    <a:pt x="59" y="327"/>
                  </a:lnTo>
                  <a:lnTo>
                    <a:pt x="146" y="327"/>
                  </a:lnTo>
                  <a:lnTo>
                    <a:pt x="146" y="164"/>
                  </a:lnTo>
                  <a:lnTo>
                    <a:pt x="147" y="152"/>
                  </a:lnTo>
                  <a:lnTo>
                    <a:pt x="149" y="138"/>
                  </a:lnTo>
                  <a:lnTo>
                    <a:pt x="150" y="130"/>
                  </a:lnTo>
                  <a:lnTo>
                    <a:pt x="154" y="123"/>
                  </a:lnTo>
                  <a:lnTo>
                    <a:pt x="157" y="116"/>
                  </a:lnTo>
                  <a:lnTo>
                    <a:pt x="161" y="108"/>
                  </a:lnTo>
                  <a:lnTo>
                    <a:pt x="167" y="101"/>
                  </a:lnTo>
                  <a:lnTo>
                    <a:pt x="173" y="94"/>
                  </a:lnTo>
                  <a:lnTo>
                    <a:pt x="180" y="88"/>
                  </a:lnTo>
                  <a:lnTo>
                    <a:pt x="189" y="82"/>
                  </a:lnTo>
                  <a:lnTo>
                    <a:pt x="199" y="78"/>
                  </a:lnTo>
                  <a:lnTo>
                    <a:pt x="210" y="75"/>
                  </a:lnTo>
                  <a:lnTo>
                    <a:pt x="223" y="73"/>
                  </a:lnTo>
                  <a:lnTo>
                    <a:pt x="238" y="72"/>
                  </a:lnTo>
                  <a:lnTo>
                    <a:pt x="246" y="73"/>
                  </a:lnTo>
                  <a:lnTo>
                    <a:pt x="253" y="74"/>
                  </a:lnTo>
                  <a:lnTo>
                    <a:pt x="268" y="78"/>
                  </a:lnTo>
                  <a:lnTo>
                    <a:pt x="282" y="81"/>
                  </a:lnTo>
                  <a:lnTo>
                    <a:pt x="282" y="7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7" name="Freeform 33"/>
            <p:cNvSpPr>
              <a:spLocks noEditPoints="1"/>
            </p:cNvSpPr>
            <p:nvPr/>
          </p:nvSpPr>
          <p:spPr bwMode="gray">
            <a:xfrm>
              <a:off x="7378700" y="949204"/>
              <a:ext cx="114300"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1" y="41"/>
                  </a:lnTo>
                  <a:lnTo>
                    <a:pt x="196" y="44"/>
                  </a:lnTo>
                  <a:lnTo>
                    <a:pt x="201" y="47"/>
                  </a:lnTo>
                  <a:lnTo>
                    <a:pt x="206" y="51"/>
                  </a:lnTo>
                  <a:lnTo>
                    <a:pt x="209" y="56"/>
                  </a:lnTo>
                  <a:lnTo>
                    <a:pt x="214" y="66"/>
                  </a:lnTo>
                  <a:lnTo>
                    <a:pt x="218" y="77"/>
                  </a:lnTo>
                  <a:lnTo>
                    <a:pt x="220" y="88"/>
                  </a:lnTo>
                  <a:lnTo>
                    <a:pt x="222" y="100"/>
                  </a:lnTo>
                  <a:lnTo>
                    <a:pt x="95" y="100"/>
                  </a:lnTo>
                  <a:lnTo>
                    <a:pt x="98" y="91"/>
                  </a:lnTo>
                  <a:lnTo>
                    <a:pt x="100" y="80"/>
                  </a:lnTo>
                  <a:lnTo>
                    <a:pt x="105" y="70"/>
                  </a:lnTo>
                  <a:lnTo>
                    <a:pt x="111" y="59"/>
                  </a:lnTo>
                  <a:lnTo>
                    <a:pt x="115" y="55"/>
                  </a:lnTo>
                  <a:lnTo>
                    <a:pt x="120" y="49"/>
                  </a:lnTo>
                  <a:lnTo>
                    <a:pt x="125" y="46"/>
                  </a:lnTo>
                  <a:lnTo>
                    <a:pt x="131" y="42"/>
                  </a:lnTo>
                  <a:lnTo>
                    <a:pt x="137" y="40"/>
                  </a:lnTo>
                  <a:lnTo>
                    <a:pt x="145" y="38"/>
                  </a:lnTo>
                  <a:lnTo>
                    <a:pt x="152" y="35"/>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3" y="19"/>
                  </a:lnTo>
                  <a:lnTo>
                    <a:pt x="241" y="13"/>
                  </a:lnTo>
                  <a:lnTo>
                    <a:pt x="228" y="9"/>
                  </a:lnTo>
                  <a:lnTo>
                    <a:pt x="214" y="5"/>
                  </a:lnTo>
                  <a:lnTo>
                    <a:pt x="198" y="2"/>
                  </a:lnTo>
                  <a:lnTo>
                    <a:pt x="182" y="1"/>
                  </a:lnTo>
                  <a:lnTo>
                    <a:pt x="165" y="0"/>
                  </a:lnTo>
                  <a:lnTo>
                    <a:pt x="145"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6" y="104"/>
                  </a:lnTo>
                  <a:lnTo>
                    <a:pt x="2" y="120"/>
                  </a:lnTo>
                  <a:lnTo>
                    <a:pt x="1" y="137"/>
                  </a:lnTo>
                  <a:lnTo>
                    <a:pt x="0" y="156"/>
                  </a:lnTo>
                  <a:lnTo>
                    <a:pt x="1" y="177"/>
                  </a:lnTo>
                  <a:lnTo>
                    <a:pt x="4" y="196"/>
                  </a:lnTo>
                  <a:lnTo>
                    <a:pt x="8" y="214"/>
                  </a:lnTo>
                  <a:lnTo>
                    <a:pt x="13" y="231"/>
                  </a:lnTo>
                  <a:lnTo>
                    <a:pt x="21" y="247"/>
                  </a:lnTo>
                  <a:lnTo>
                    <a:pt x="29" y="261"/>
                  </a:lnTo>
                  <a:lnTo>
                    <a:pt x="39" y="275"/>
                  </a:lnTo>
                  <a:lnTo>
                    <a:pt x="51" y="287"/>
                  </a:lnTo>
                  <a:lnTo>
                    <a:pt x="63" y="297"/>
                  </a:lnTo>
                  <a:lnTo>
                    <a:pt x="78" y="307"/>
                  </a:lnTo>
                  <a:lnTo>
                    <a:pt x="93" y="316"/>
                  </a:lnTo>
                  <a:lnTo>
                    <a:pt x="110" y="322"/>
                  </a:lnTo>
                  <a:lnTo>
                    <a:pt x="129" y="327"/>
                  </a:lnTo>
                  <a:lnTo>
                    <a:pt x="148" y="331"/>
                  </a:lnTo>
                  <a:lnTo>
                    <a:pt x="169" y="333"/>
                  </a:lnTo>
                  <a:lnTo>
                    <a:pt x="191" y="334"/>
                  </a:lnTo>
                  <a:lnTo>
                    <a:pt x="210" y="334"/>
                  </a:lnTo>
                  <a:lnTo>
                    <a:pt x="227" y="332"/>
                  </a:lnTo>
                  <a:lnTo>
                    <a:pt x="243" y="329"/>
                  </a:lnTo>
                  <a:lnTo>
                    <a:pt x="258" y="327"/>
                  </a:lnTo>
                  <a:lnTo>
                    <a:pt x="282" y="321"/>
                  </a:lnTo>
                  <a:lnTo>
                    <a:pt x="297" y="316"/>
                  </a:lnTo>
                  <a:lnTo>
                    <a:pt x="303" y="314"/>
                  </a:lnTo>
                  <a:lnTo>
                    <a:pt x="303" y="272"/>
                  </a:lnTo>
                  <a:lnTo>
                    <a:pt x="294" y="275"/>
                  </a:lnTo>
                  <a:lnTo>
                    <a:pt x="281" y="279"/>
                  </a:lnTo>
                  <a:lnTo>
                    <a:pt x="265" y="282"/>
                  </a:lnTo>
                  <a:lnTo>
                    <a:pt x="246" y="285"/>
                  </a:lnTo>
                  <a:lnTo>
                    <a:pt x="226" y="286"/>
                  </a:lnTo>
                  <a:lnTo>
                    <a:pt x="209" y="285"/>
                  </a:lnTo>
                  <a:lnTo>
                    <a:pt x="194" y="282"/>
                  </a:lnTo>
                  <a:lnTo>
                    <a:pt x="180" y="278"/>
                  </a:lnTo>
                  <a:lnTo>
                    <a:pt x="166" y="273"/>
                  </a:lnTo>
                  <a:lnTo>
                    <a:pt x="154" y="265"/>
                  </a:lnTo>
                  <a:lnTo>
                    <a:pt x="145" y="258"/>
                  </a:lnTo>
                  <a:lnTo>
                    <a:pt x="135" y="248"/>
                  </a:lnTo>
                  <a:lnTo>
                    <a:pt x="126" y="239"/>
                  </a:lnTo>
                  <a:lnTo>
                    <a:pt x="119" y="228"/>
                  </a:lnTo>
                  <a:lnTo>
                    <a:pt x="114" y="216"/>
                  </a:lnTo>
                  <a:lnTo>
                    <a:pt x="108" y="203"/>
                  </a:lnTo>
                  <a:lnTo>
                    <a:pt x="104" y="192"/>
                  </a:lnTo>
                  <a:lnTo>
                    <a:pt x="101" y="178"/>
                  </a:lnTo>
                  <a:lnTo>
                    <a:pt x="98" y="165"/>
                  </a:lnTo>
                  <a:lnTo>
                    <a:pt x="97"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8" name="Freeform 36"/>
            <p:cNvSpPr>
              <a:spLocks/>
            </p:cNvSpPr>
            <p:nvPr/>
          </p:nvSpPr>
          <p:spPr bwMode="gray">
            <a:xfrm>
              <a:off x="7686675" y="893641"/>
              <a:ext cx="133350" cy="174625"/>
            </a:xfrm>
            <a:custGeom>
              <a:avLst/>
              <a:gdLst>
                <a:gd name="T0" fmla="*/ 2147483647 w 365"/>
                <a:gd name="T1" fmla="*/ 2147483647 h 475"/>
                <a:gd name="T2" fmla="*/ 2147483647 w 365"/>
                <a:gd name="T3" fmla="*/ 2147483647 h 475"/>
                <a:gd name="T4" fmla="*/ 2147483647 w 365"/>
                <a:gd name="T5" fmla="*/ 2147483647 h 475"/>
                <a:gd name="T6" fmla="*/ 2147483647 w 365"/>
                <a:gd name="T7" fmla="*/ 2147483647 h 475"/>
                <a:gd name="T8" fmla="*/ 2147483647 w 365"/>
                <a:gd name="T9" fmla="*/ 2147483647 h 475"/>
                <a:gd name="T10" fmla="*/ 2147483647 w 365"/>
                <a:gd name="T11" fmla="*/ 2147483647 h 475"/>
                <a:gd name="T12" fmla="*/ 2147483647 w 365"/>
                <a:gd name="T13" fmla="*/ 2147483647 h 475"/>
                <a:gd name="T14" fmla="*/ 2147483647 w 365"/>
                <a:gd name="T15" fmla="*/ 0 h 475"/>
                <a:gd name="T16" fmla="*/ 0 w 365"/>
                <a:gd name="T17" fmla="*/ 2147483647 h 475"/>
                <a:gd name="T18" fmla="*/ 2147483647 w 365"/>
                <a:gd name="T19" fmla="*/ 2147483647 h 475"/>
                <a:gd name="T20" fmla="*/ 2147483647 w 365"/>
                <a:gd name="T21" fmla="*/ 2147483647 h 475"/>
                <a:gd name="T22" fmla="*/ 2147483647 w 365"/>
                <a:gd name="T23" fmla="*/ 2147483647 h 475"/>
                <a:gd name="T24" fmla="*/ 2147483647 w 365"/>
                <a:gd name="T25" fmla="*/ 2147483647 h 475"/>
                <a:gd name="T26" fmla="*/ 2147483647 w 365"/>
                <a:gd name="T27" fmla="*/ 2147483647 h 475"/>
                <a:gd name="T28" fmla="*/ 2147483647 w 365"/>
                <a:gd name="T29" fmla="*/ 2147483647 h 475"/>
                <a:gd name="T30" fmla="*/ 2147483647 w 365"/>
                <a:gd name="T31" fmla="*/ 2147483647 h 475"/>
                <a:gd name="T32" fmla="*/ 2147483647 w 365"/>
                <a:gd name="T33" fmla="*/ 2147483647 h 475"/>
                <a:gd name="T34" fmla="*/ 2147483647 w 365"/>
                <a:gd name="T35" fmla="*/ 2147483647 h 475"/>
                <a:gd name="T36" fmla="*/ 2147483647 w 365"/>
                <a:gd name="T37" fmla="*/ 2147483647 h 475"/>
                <a:gd name="T38" fmla="*/ 2147483647 w 365"/>
                <a:gd name="T39" fmla="*/ 2147483647 h 475"/>
                <a:gd name="T40" fmla="*/ 2147483647 w 365"/>
                <a:gd name="T41" fmla="*/ 2147483647 h 475"/>
                <a:gd name="T42" fmla="*/ 2147483647 w 365"/>
                <a:gd name="T43" fmla="*/ 2147483647 h 475"/>
                <a:gd name="T44" fmla="*/ 2147483647 w 365"/>
                <a:gd name="T45" fmla="*/ 2147483647 h 475"/>
                <a:gd name="T46" fmla="*/ 2147483647 w 365"/>
                <a:gd name="T47" fmla="*/ 2147483647 h 475"/>
                <a:gd name="T48" fmla="*/ 2147483647 w 365"/>
                <a:gd name="T49" fmla="*/ 2147483647 h 475"/>
                <a:gd name="T50" fmla="*/ 2147483647 w 365"/>
                <a:gd name="T51" fmla="*/ 2147483647 h 475"/>
                <a:gd name="T52" fmla="*/ 2147483647 w 365"/>
                <a:gd name="T53" fmla="*/ 2147483647 h 475"/>
                <a:gd name="T54" fmla="*/ 2147483647 w 365"/>
                <a:gd name="T55" fmla="*/ 2147483647 h 475"/>
                <a:gd name="T56" fmla="*/ 2147483647 w 365"/>
                <a:gd name="T57" fmla="*/ 2147483647 h 475"/>
                <a:gd name="T58" fmla="*/ 2147483647 w 365"/>
                <a:gd name="T59" fmla="*/ 2147483647 h 475"/>
                <a:gd name="T60" fmla="*/ 2147483647 w 365"/>
                <a:gd name="T61" fmla="*/ 2147483647 h 475"/>
                <a:gd name="T62" fmla="*/ 2147483647 w 365"/>
                <a:gd name="T63" fmla="*/ 2147483647 h 475"/>
                <a:gd name="T64" fmla="*/ 2147483647 w 365"/>
                <a:gd name="T65" fmla="*/ 2147483647 h 475"/>
                <a:gd name="T66" fmla="*/ 2147483647 w 365"/>
                <a:gd name="T67" fmla="*/ 2147483647 h 475"/>
                <a:gd name="T68" fmla="*/ 2147483647 w 365"/>
                <a:gd name="T69" fmla="*/ 2147483647 h 475"/>
                <a:gd name="T70" fmla="*/ 2147483647 w 365"/>
                <a:gd name="T71" fmla="*/ 2147483647 h 475"/>
                <a:gd name="T72" fmla="*/ 2147483647 w 365"/>
                <a:gd name="T73" fmla="*/ 2147483647 h 475"/>
                <a:gd name="T74" fmla="*/ 2147483647 w 365"/>
                <a:gd name="T75" fmla="*/ 2147483647 h 475"/>
                <a:gd name="T76" fmla="*/ 2147483647 w 365"/>
                <a:gd name="T77" fmla="*/ 2147483647 h 475"/>
                <a:gd name="T78" fmla="*/ 2147483647 w 365"/>
                <a:gd name="T79" fmla="*/ 2147483647 h 475"/>
                <a:gd name="T80" fmla="*/ 2147483647 w 365"/>
                <a:gd name="T81" fmla="*/ 2147483647 h 475"/>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65"/>
                <a:gd name="T124" fmla="*/ 0 h 475"/>
                <a:gd name="T125" fmla="*/ 365 w 365"/>
                <a:gd name="T126" fmla="*/ 475 h 475"/>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65" h="475">
                  <a:moveTo>
                    <a:pt x="266" y="149"/>
                  </a:moveTo>
                  <a:lnTo>
                    <a:pt x="266" y="149"/>
                  </a:lnTo>
                  <a:lnTo>
                    <a:pt x="255" y="150"/>
                  </a:lnTo>
                  <a:lnTo>
                    <a:pt x="244" y="151"/>
                  </a:lnTo>
                  <a:lnTo>
                    <a:pt x="233" y="153"/>
                  </a:lnTo>
                  <a:lnTo>
                    <a:pt x="224" y="157"/>
                  </a:lnTo>
                  <a:lnTo>
                    <a:pt x="214" y="160"/>
                  </a:lnTo>
                  <a:lnTo>
                    <a:pt x="206" y="164"/>
                  </a:lnTo>
                  <a:lnTo>
                    <a:pt x="197" y="168"/>
                  </a:lnTo>
                  <a:lnTo>
                    <a:pt x="189" y="174"/>
                  </a:lnTo>
                  <a:lnTo>
                    <a:pt x="176" y="184"/>
                  </a:lnTo>
                  <a:lnTo>
                    <a:pt x="164" y="196"/>
                  </a:lnTo>
                  <a:lnTo>
                    <a:pt x="154" y="208"/>
                  </a:lnTo>
                  <a:lnTo>
                    <a:pt x="147" y="220"/>
                  </a:lnTo>
                  <a:lnTo>
                    <a:pt x="147" y="0"/>
                  </a:lnTo>
                  <a:lnTo>
                    <a:pt x="139" y="2"/>
                  </a:lnTo>
                  <a:lnTo>
                    <a:pt x="0" y="19"/>
                  </a:lnTo>
                  <a:lnTo>
                    <a:pt x="0" y="43"/>
                  </a:lnTo>
                  <a:lnTo>
                    <a:pt x="7" y="43"/>
                  </a:lnTo>
                  <a:lnTo>
                    <a:pt x="21" y="45"/>
                  </a:lnTo>
                  <a:lnTo>
                    <a:pt x="32" y="47"/>
                  </a:lnTo>
                  <a:lnTo>
                    <a:pt x="42" y="51"/>
                  </a:lnTo>
                  <a:lnTo>
                    <a:pt x="45" y="53"/>
                  </a:lnTo>
                  <a:lnTo>
                    <a:pt x="48" y="55"/>
                  </a:lnTo>
                  <a:lnTo>
                    <a:pt x="52" y="58"/>
                  </a:lnTo>
                  <a:lnTo>
                    <a:pt x="54" y="62"/>
                  </a:lnTo>
                  <a:lnTo>
                    <a:pt x="57" y="71"/>
                  </a:lnTo>
                  <a:lnTo>
                    <a:pt x="58" y="83"/>
                  </a:lnTo>
                  <a:lnTo>
                    <a:pt x="59" y="98"/>
                  </a:lnTo>
                  <a:lnTo>
                    <a:pt x="59" y="475"/>
                  </a:lnTo>
                  <a:lnTo>
                    <a:pt x="147" y="475"/>
                  </a:lnTo>
                  <a:lnTo>
                    <a:pt x="147" y="313"/>
                  </a:lnTo>
                  <a:lnTo>
                    <a:pt x="147" y="302"/>
                  </a:lnTo>
                  <a:lnTo>
                    <a:pt x="149" y="291"/>
                  </a:lnTo>
                  <a:lnTo>
                    <a:pt x="151" y="281"/>
                  </a:lnTo>
                  <a:lnTo>
                    <a:pt x="154" y="271"/>
                  </a:lnTo>
                  <a:lnTo>
                    <a:pt x="158" y="261"/>
                  </a:lnTo>
                  <a:lnTo>
                    <a:pt x="163" y="253"/>
                  </a:lnTo>
                  <a:lnTo>
                    <a:pt x="168" y="244"/>
                  </a:lnTo>
                  <a:lnTo>
                    <a:pt x="173" y="237"/>
                  </a:lnTo>
                  <a:lnTo>
                    <a:pt x="180" y="230"/>
                  </a:lnTo>
                  <a:lnTo>
                    <a:pt x="186" y="224"/>
                  </a:lnTo>
                  <a:lnTo>
                    <a:pt x="193" y="220"/>
                  </a:lnTo>
                  <a:lnTo>
                    <a:pt x="200" y="214"/>
                  </a:lnTo>
                  <a:lnTo>
                    <a:pt x="208" y="211"/>
                  </a:lnTo>
                  <a:lnTo>
                    <a:pt x="214" y="209"/>
                  </a:lnTo>
                  <a:lnTo>
                    <a:pt x="222" y="207"/>
                  </a:lnTo>
                  <a:lnTo>
                    <a:pt x="229" y="207"/>
                  </a:lnTo>
                  <a:lnTo>
                    <a:pt x="238" y="207"/>
                  </a:lnTo>
                  <a:lnTo>
                    <a:pt x="245" y="208"/>
                  </a:lnTo>
                  <a:lnTo>
                    <a:pt x="251" y="210"/>
                  </a:lnTo>
                  <a:lnTo>
                    <a:pt x="257" y="213"/>
                  </a:lnTo>
                  <a:lnTo>
                    <a:pt x="262" y="216"/>
                  </a:lnTo>
                  <a:lnTo>
                    <a:pt x="265" y="220"/>
                  </a:lnTo>
                  <a:lnTo>
                    <a:pt x="269" y="224"/>
                  </a:lnTo>
                  <a:lnTo>
                    <a:pt x="272" y="229"/>
                  </a:lnTo>
                  <a:lnTo>
                    <a:pt x="275" y="240"/>
                  </a:lnTo>
                  <a:lnTo>
                    <a:pt x="277" y="251"/>
                  </a:lnTo>
                  <a:lnTo>
                    <a:pt x="277" y="264"/>
                  </a:lnTo>
                  <a:lnTo>
                    <a:pt x="277" y="275"/>
                  </a:lnTo>
                  <a:lnTo>
                    <a:pt x="277" y="475"/>
                  </a:lnTo>
                  <a:lnTo>
                    <a:pt x="365" y="475"/>
                  </a:lnTo>
                  <a:lnTo>
                    <a:pt x="365" y="266"/>
                  </a:lnTo>
                  <a:lnTo>
                    <a:pt x="365" y="251"/>
                  </a:lnTo>
                  <a:lnTo>
                    <a:pt x="364" y="232"/>
                  </a:lnTo>
                  <a:lnTo>
                    <a:pt x="363" y="223"/>
                  </a:lnTo>
                  <a:lnTo>
                    <a:pt x="360" y="213"/>
                  </a:lnTo>
                  <a:lnTo>
                    <a:pt x="357" y="204"/>
                  </a:lnTo>
                  <a:lnTo>
                    <a:pt x="353" y="194"/>
                  </a:lnTo>
                  <a:lnTo>
                    <a:pt x="348" y="185"/>
                  </a:lnTo>
                  <a:lnTo>
                    <a:pt x="341" y="177"/>
                  </a:lnTo>
                  <a:lnTo>
                    <a:pt x="333" y="169"/>
                  </a:lnTo>
                  <a:lnTo>
                    <a:pt x="323" y="163"/>
                  </a:lnTo>
                  <a:lnTo>
                    <a:pt x="312" y="158"/>
                  </a:lnTo>
                  <a:lnTo>
                    <a:pt x="300" y="153"/>
                  </a:lnTo>
                  <a:lnTo>
                    <a:pt x="284" y="150"/>
                  </a:lnTo>
                  <a:lnTo>
                    <a:pt x="266" y="149"/>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19" name="Freeform 38"/>
            <p:cNvSpPr>
              <a:spLocks noEditPoints="1"/>
            </p:cNvSpPr>
            <p:nvPr/>
          </p:nvSpPr>
          <p:spPr bwMode="gray">
            <a:xfrm>
              <a:off x="7850188" y="949204"/>
              <a:ext cx="114300" cy="120650"/>
            </a:xfrm>
            <a:custGeom>
              <a:avLst/>
              <a:gdLst>
                <a:gd name="T0" fmla="*/ 2147483647 w 310"/>
                <a:gd name="T1" fmla="*/ 2147483647 h 334"/>
                <a:gd name="T2" fmla="*/ 2147483647 w 310"/>
                <a:gd name="T3" fmla="*/ 2147483647 h 334"/>
                <a:gd name="T4" fmla="*/ 2147483647 w 310"/>
                <a:gd name="T5" fmla="*/ 2147483647 h 334"/>
                <a:gd name="T6" fmla="*/ 2147483647 w 310"/>
                <a:gd name="T7" fmla="*/ 2147483647 h 334"/>
                <a:gd name="T8" fmla="*/ 2147483647 w 310"/>
                <a:gd name="T9" fmla="*/ 2147483647 h 334"/>
                <a:gd name="T10" fmla="*/ 2147483647 w 310"/>
                <a:gd name="T11" fmla="*/ 2147483647 h 334"/>
                <a:gd name="T12" fmla="*/ 2147483647 w 310"/>
                <a:gd name="T13" fmla="*/ 2147483647 h 334"/>
                <a:gd name="T14" fmla="*/ 2147483647 w 310"/>
                <a:gd name="T15" fmla="*/ 2147483647 h 334"/>
                <a:gd name="T16" fmla="*/ 2147483647 w 310"/>
                <a:gd name="T17" fmla="*/ 2147483647 h 334"/>
                <a:gd name="T18" fmla="*/ 2147483647 w 310"/>
                <a:gd name="T19" fmla="*/ 2147483647 h 334"/>
                <a:gd name="T20" fmla="*/ 2147483647 w 310"/>
                <a:gd name="T21" fmla="*/ 2147483647 h 334"/>
                <a:gd name="T22" fmla="*/ 2147483647 w 310"/>
                <a:gd name="T23" fmla="*/ 2147483647 h 334"/>
                <a:gd name="T24" fmla="*/ 2147483647 w 310"/>
                <a:gd name="T25" fmla="*/ 2147483647 h 334"/>
                <a:gd name="T26" fmla="*/ 2147483647 w 310"/>
                <a:gd name="T27" fmla="*/ 2147483647 h 334"/>
                <a:gd name="T28" fmla="*/ 2147483647 w 310"/>
                <a:gd name="T29" fmla="*/ 2147483647 h 334"/>
                <a:gd name="T30" fmla="*/ 2147483647 w 310"/>
                <a:gd name="T31" fmla="*/ 2147483647 h 334"/>
                <a:gd name="T32" fmla="*/ 2147483647 w 310"/>
                <a:gd name="T33" fmla="*/ 2147483647 h 334"/>
                <a:gd name="T34" fmla="*/ 2147483647 w 310"/>
                <a:gd name="T35" fmla="*/ 2147483647 h 334"/>
                <a:gd name="T36" fmla="*/ 2147483647 w 310"/>
                <a:gd name="T37" fmla="*/ 2147483647 h 334"/>
                <a:gd name="T38" fmla="*/ 2147483647 w 310"/>
                <a:gd name="T39" fmla="*/ 2147483647 h 334"/>
                <a:gd name="T40" fmla="*/ 2147483647 w 310"/>
                <a:gd name="T41" fmla="*/ 2147483647 h 334"/>
                <a:gd name="T42" fmla="*/ 2147483647 w 310"/>
                <a:gd name="T43" fmla="*/ 2147483647 h 334"/>
                <a:gd name="T44" fmla="*/ 2147483647 w 310"/>
                <a:gd name="T45" fmla="*/ 2147483647 h 334"/>
                <a:gd name="T46" fmla="*/ 2147483647 w 310"/>
                <a:gd name="T47" fmla="*/ 0 h 334"/>
                <a:gd name="T48" fmla="*/ 2147483647 w 310"/>
                <a:gd name="T49" fmla="*/ 2147483647 h 334"/>
                <a:gd name="T50" fmla="*/ 2147483647 w 310"/>
                <a:gd name="T51" fmla="*/ 2147483647 h 334"/>
                <a:gd name="T52" fmla="*/ 2147483647 w 310"/>
                <a:gd name="T53" fmla="*/ 2147483647 h 334"/>
                <a:gd name="T54" fmla="*/ 2147483647 w 310"/>
                <a:gd name="T55" fmla="*/ 2147483647 h 334"/>
                <a:gd name="T56" fmla="*/ 2147483647 w 310"/>
                <a:gd name="T57" fmla="*/ 2147483647 h 334"/>
                <a:gd name="T58" fmla="*/ 2147483647 w 310"/>
                <a:gd name="T59" fmla="*/ 2147483647 h 334"/>
                <a:gd name="T60" fmla="*/ 2147483647 w 310"/>
                <a:gd name="T61" fmla="*/ 2147483647 h 334"/>
                <a:gd name="T62" fmla="*/ 0 w 310"/>
                <a:gd name="T63" fmla="*/ 2147483647 h 334"/>
                <a:gd name="T64" fmla="*/ 2147483647 w 310"/>
                <a:gd name="T65" fmla="*/ 2147483647 h 334"/>
                <a:gd name="T66" fmla="*/ 2147483647 w 310"/>
                <a:gd name="T67" fmla="*/ 2147483647 h 334"/>
                <a:gd name="T68" fmla="*/ 2147483647 w 310"/>
                <a:gd name="T69" fmla="*/ 2147483647 h 334"/>
                <a:gd name="T70" fmla="*/ 2147483647 w 310"/>
                <a:gd name="T71" fmla="*/ 2147483647 h 334"/>
                <a:gd name="T72" fmla="*/ 2147483647 w 310"/>
                <a:gd name="T73" fmla="*/ 2147483647 h 334"/>
                <a:gd name="T74" fmla="*/ 2147483647 w 310"/>
                <a:gd name="T75" fmla="*/ 2147483647 h 334"/>
                <a:gd name="T76" fmla="*/ 2147483647 w 310"/>
                <a:gd name="T77" fmla="*/ 2147483647 h 334"/>
                <a:gd name="T78" fmla="*/ 2147483647 w 310"/>
                <a:gd name="T79" fmla="*/ 2147483647 h 334"/>
                <a:gd name="T80" fmla="*/ 2147483647 w 310"/>
                <a:gd name="T81" fmla="*/ 2147483647 h 334"/>
                <a:gd name="T82" fmla="*/ 2147483647 w 310"/>
                <a:gd name="T83" fmla="*/ 2147483647 h 334"/>
                <a:gd name="T84" fmla="*/ 2147483647 w 310"/>
                <a:gd name="T85" fmla="*/ 2147483647 h 334"/>
                <a:gd name="T86" fmla="*/ 2147483647 w 310"/>
                <a:gd name="T87" fmla="*/ 2147483647 h 334"/>
                <a:gd name="T88" fmla="*/ 2147483647 w 310"/>
                <a:gd name="T89" fmla="*/ 2147483647 h 334"/>
                <a:gd name="T90" fmla="*/ 2147483647 w 310"/>
                <a:gd name="T91" fmla="*/ 2147483647 h 334"/>
                <a:gd name="T92" fmla="*/ 2147483647 w 310"/>
                <a:gd name="T93" fmla="*/ 2147483647 h 334"/>
                <a:gd name="T94" fmla="*/ 2147483647 w 310"/>
                <a:gd name="T95" fmla="*/ 2147483647 h 334"/>
                <a:gd name="T96" fmla="*/ 2147483647 w 310"/>
                <a:gd name="T97" fmla="*/ 2147483647 h 334"/>
                <a:gd name="T98" fmla="*/ 2147483647 w 310"/>
                <a:gd name="T99" fmla="*/ 2147483647 h 334"/>
                <a:gd name="T100" fmla="*/ 2147483647 w 310"/>
                <a:gd name="T101" fmla="*/ 2147483647 h 334"/>
                <a:gd name="T102" fmla="*/ 2147483647 w 310"/>
                <a:gd name="T103" fmla="*/ 2147483647 h 334"/>
                <a:gd name="T104" fmla="*/ 2147483647 w 310"/>
                <a:gd name="T105" fmla="*/ 2147483647 h 334"/>
                <a:gd name="T106" fmla="*/ 2147483647 w 310"/>
                <a:gd name="T107" fmla="*/ 2147483647 h 334"/>
                <a:gd name="T108" fmla="*/ 2147483647 w 310"/>
                <a:gd name="T109" fmla="*/ 2147483647 h 334"/>
                <a:gd name="T110" fmla="*/ 2147483647 w 310"/>
                <a:gd name="T111" fmla="*/ 2147483647 h 334"/>
                <a:gd name="T112" fmla="*/ 2147483647 w 310"/>
                <a:gd name="T113" fmla="*/ 2147483647 h 334"/>
                <a:gd name="T114" fmla="*/ 2147483647 w 310"/>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10"/>
                <a:gd name="T175" fmla="*/ 0 h 334"/>
                <a:gd name="T176" fmla="*/ 310 w 310"/>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10" h="334">
                  <a:moveTo>
                    <a:pt x="162" y="35"/>
                  </a:moveTo>
                  <a:lnTo>
                    <a:pt x="162" y="35"/>
                  </a:lnTo>
                  <a:lnTo>
                    <a:pt x="170" y="35"/>
                  </a:lnTo>
                  <a:lnTo>
                    <a:pt x="178" y="36"/>
                  </a:lnTo>
                  <a:lnTo>
                    <a:pt x="184" y="39"/>
                  </a:lnTo>
                  <a:lnTo>
                    <a:pt x="190" y="41"/>
                  </a:lnTo>
                  <a:lnTo>
                    <a:pt x="196" y="44"/>
                  </a:lnTo>
                  <a:lnTo>
                    <a:pt x="201" y="47"/>
                  </a:lnTo>
                  <a:lnTo>
                    <a:pt x="205" y="51"/>
                  </a:lnTo>
                  <a:lnTo>
                    <a:pt x="209" y="56"/>
                  </a:lnTo>
                  <a:lnTo>
                    <a:pt x="215" y="66"/>
                  </a:lnTo>
                  <a:lnTo>
                    <a:pt x="218" y="77"/>
                  </a:lnTo>
                  <a:lnTo>
                    <a:pt x="220" y="88"/>
                  </a:lnTo>
                  <a:lnTo>
                    <a:pt x="221" y="100"/>
                  </a:lnTo>
                  <a:lnTo>
                    <a:pt x="96" y="100"/>
                  </a:lnTo>
                  <a:lnTo>
                    <a:pt x="97" y="91"/>
                  </a:lnTo>
                  <a:lnTo>
                    <a:pt x="101" y="80"/>
                  </a:lnTo>
                  <a:lnTo>
                    <a:pt x="105" y="70"/>
                  </a:lnTo>
                  <a:lnTo>
                    <a:pt x="111" y="59"/>
                  </a:lnTo>
                  <a:lnTo>
                    <a:pt x="116" y="55"/>
                  </a:lnTo>
                  <a:lnTo>
                    <a:pt x="120" y="49"/>
                  </a:lnTo>
                  <a:lnTo>
                    <a:pt x="125" y="46"/>
                  </a:lnTo>
                  <a:lnTo>
                    <a:pt x="131" y="42"/>
                  </a:lnTo>
                  <a:lnTo>
                    <a:pt x="137" y="40"/>
                  </a:lnTo>
                  <a:lnTo>
                    <a:pt x="144" y="38"/>
                  </a:lnTo>
                  <a:lnTo>
                    <a:pt x="153" y="35"/>
                  </a:lnTo>
                  <a:lnTo>
                    <a:pt x="162" y="35"/>
                  </a:lnTo>
                  <a:close/>
                  <a:moveTo>
                    <a:pt x="310" y="133"/>
                  </a:moveTo>
                  <a:lnTo>
                    <a:pt x="310" y="133"/>
                  </a:lnTo>
                  <a:lnTo>
                    <a:pt x="309" y="117"/>
                  </a:lnTo>
                  <a:lnTo>
                    <a:pt x="307" y="102"/>
                  </a:lnTo>
                  <a:lnTo>
                    <a:pt x="305" y="88"/>
                  </a:lnTo>
                  <a:lnTo>
                    <a:pt x="300" y="75"/>
                  </a:lnTo>
                  <a:lnTo>
                    <a:pt x="295" y="63"/>
                  </a:lnTo>
                  <a:lnTo>
                    <a:pt x="289" y="52"/>
                  </a:lnTo>
                  <a:lnTo>
                    <a:pt x="281" y="43"/>
                  </a:lnTo>
                  <a:lnTo>
                    <a:pt x="273" y="33"/>
                  </a:lnTo>
                  <a:lnTo>
                    <a:pt x="263" y="26"/>
                  </a:lnTo>
                  <a:lnTo>
                    <a:pt x="252" y="19"/>
                  </a:lnTo>
                  <a:lnTo>
                    <a:pt x="241" y="13"/>
                  </a:lnTo>
                  <a:lnTo>
                    <a:pt x="228" y="9"/>
                  </a:lnTo>
                  <a:lnTo>
                    <a:pt x="214" y="5"/>
                  </a:lnTo>
                  <a:lnTo>
                    <a:pt x="198" y="2"/>
                  </a:lnTo>
                  <a:lnTo>
                    <a:pt x="182" y="1"/>
                  </a:lnTo>
                  <a:lnTo>
                    <a:pt x="165" y="0"/>
                  </a:lnTo>
                  <a:lnTo>
                    <a:pt x="144" y="1"/>
                  </a:lnTo>
                  <a:lnTo>
                    <a:pt x="126" y="3"/>
                  </a:lnTo>
                  <a:lnTo>
                    <a:pt x="109" y="5"/>
                  </a:lnTo>
                  <a:lnTo>
                    <a:pt x="93" y="10"/>
                  </a:lnTo>
                  <a:lnTo>
                    <a:pt x="78" y="16"/>
                  </a:lnTo>
                  <a:lnTo>
                    <a:pt x="64" y="23"/>
                  </a:lnTo>
                  <a:lnTo>
                    <a:pt x="53" y="30"/>
                  </a:lnTo>
                  <a:lnTo>
                    <a:pt x="42" y="40"/>
                  </a:lnTo>
                  <a:lnTo>
                    <a:pt x="32" y="50"/>
                  </a:lnTo>
                  <a:lnTo>
                    <a:pt x="24" y="61"/>
                  </a:lnTo>
                  <a:lnTo>
                    <a:pt x="16" y="74"/>
                  </a:lnTo>
                  <a:lnTo>
                    <a:pt x="11" y="88"/>
                  </a:lnTo>
                  <a:lnTo>
                    <a:pt x="7" y="104"/>
                  </a:lnTo>
                  <a:lnTo>
                    <a:pt x="3" y="120"/>
                  </a:lnTo>
                  <a:lnTo>
                    <a:pt x="1" y="137"/>
                  </a:lnTo>
                  <a:lnTo>
                    <a:pt x="0" y="156"/>
                  </a:lnTo>
                  <a:lnTo>
                    <a:pt x="1" y="177"/>
                  </a:lnTo>
                  <a:lnTo>
                    <a:pt x="3" y="196"/>
                  </a:lnTo>
                  <a:lnTo>
                    <a:pt x="8" y="214"/>
                  </a:lnTo>
                  <a:lnTo>
                    <a:pt x="13" y="231"/>
                  </a:lnTo>
                  <a:lnTo>
                    <a:pt x="20" y="247"/>
                  </a:lnTo>
                  <a:lnTo>
                    <a:pt x="29" y="261"/>
                  </a:lnTo>
                  <a:lnTo>
                    <a:pt x="40" y="275"/>
                  </a:lnTo>
                  <a:lnTo>
                    <a:pt x="51" y="287"/>
                  </a:lnTo>
                  <a:lnTo>
                    <a:pt x="64" y="297"/>
                  </a:lnTo>
                  <a:lnTo>
                    <a:pt x="78" y="307"/>
                  </a:lnTo>
                  <a:lnTo>
                    <a:pt x="94" y="316"/>
                  </a:lnTo>
                  <a:lnTo>
                    <a:pt x="110" y="322"/>
                  </a:lnTo>
                  <a:lnTo>
                    <a:pt x="129" y="327"/>
                  </a:lnTo>
                  <a:lnTo>
                    <a:pt x="149" y="331"/>
                  </a:lnTo>
                  <a:lnTo>
                    <a:pt x="169" y="333"/>
                  </a:lnTo>
                  <a:lnTo>
                    <a:pt x="190" y="334"/>
                  </a:lnTo>
                  <a:lnTo>
                    <a:pt x="210" y="334"/>
                  </a:lnTo>
                  <a:lnTo>
                    <a:pt x="227" y="332"/>
                  </a:lnTo>
                  <a:lnTo>
                    <a:pt x="244" y="329"/>
                  </a:lnTo>
                  <a:lnTo>
                    <a:pt x="258" y="327"/>
                  </a:lnTo>
                  <a:lnTo>
                    <a:pt x="282" y="321"/>
                  </a:lnTo>
                  <a:lnTo>
                    <a:pt x="297" y="316"/>
                  </a:lnTo>
                  <a:lnTo>
                    <a:pt x="303" y="314"/>
                  </a:lnTo>
                  <a:lnTo>
                    <a:pt x="303" y="272"/>
                  </a:lnTo>
                  <a:lnTo>
                    <a:pt x="294" y="275"/>
                  </a:lnTo>
                  <a:lnTo>
                    <a:pt x="281" y="279"/>
                  </a:lnTo>
                  <a:lnTo>
                    <a:pt x="265" y="282"/>
                  </a:lnTo>
                  <a:lnTo>
                    <a:pt x="247" y="285"/>
                  </a:lnTo>
                  <a:lnTo>
                    <a:pt x="226" y="286"/>
                  </a:lnTo>
                  <a:lnTo>
                    <a:pt x="210" y="285"/>
                  </a:lnTo>
                  <a:lnTo>
                    <a:pt x="194" y="282"/>
                  </a:lnTo>
                  <a:lnTo>
                    <a:pt x="180" y="278"/>
                  </a:lnTo>
                  <a:lnTo>
                    <a:pt x="167" y="273"/>
                  </a:lnTo>
                  <a:lnTo>
                    <a:pt x="155" y="265"/>
                  </a:lnTo>
                  <a:lnTo>
                    <a:pt x="144" y="258"/>
                  </a:lnTo>
                  <a:lnTo>
                    <a:pt x="135" y="248"/>
                  </a:lnTo>
                  <a:lnTo>
                    <a:pt x="126" y="239"/>
                  </a:lnTo>
                  <a:lnTo>
                    <a:pt x="120" y="228"/>
                  </a:lnTo>
                  <a:lnTo>
                    <a:pt x="113" y="216"/>
                  </a:lnTo>
                  <a:lnTo>
                    <a:pt x="108" y="203"/>
                  </a:lnTo>
                  <a:lnTo>
                    <a:pt x="104" y="192"/>
                  </a:lnTo>
                  <a:lnTo>
                    <a:pt x="101" y="178"/>
                  </a:lnTo>
                  <a:lnTo>
                    <a:pt x="98" y="165"/>
                  </a:lnTo>
                  <a:lnTo>
                    <a:pt x="96" y="152"/>
                  </a:lnTo>
                  <a:lnTo>
                    <a:pt x="95" y="139"/>
                  </a:lnTo>
                  <a:lnTo>
                    <a:pt x="310" y="139"/>
                  </a:lnTo>
                  <a:lnTo>
                    <a:pt x="310"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0" name="Freeform 41"/>
            <p:cNvSpPr>
              <a:spLocks/>
            </p:cNvSpPr>
            <p:nvPr/>
          </p:nvSpPr>
          <p:spPr bwMode="gray">
            <a:xfrm>
              <a:off x="75834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59"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79" y="426"/>
                  </a:lnTo>
                  <a:lnTo>
                    <a:pt x="191" y="426"/>
                  </a:lnTo>
                  <a:lnTo>
                    <a:pt x="204" y="425"/>
                  </a:lnTo>
                  <a:lnTo>
                    <a:pt x="231" y="420"/>
                  </a:lnTo>
                  <a:lnTo>
                    <a:pt x="235" y="420"/>
                  </a:lnTo>
                  <a:lnTo>
                    <a:pt x="235" y="381"/>
                  </a:lnTo>
                  <a:lnTo>
                    <a:pt x="228"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1" name="Freeform 43"/>
            <p:cNvSpPr>
              <a:spLocks/>
            </p:cNvSpPr>
            <p:nvPr/>
          </p:nvSpPr>
          <p:spPr bwMode="gray">
            <a:xfrm>
              <a:off x="8045450" y="901579"/>
              <a:ext cx="192088" cy="166687"/>
            </a:xfrm>
            <a:custGeom>
              <a:avLst/>
              <a:gdLst>
                <a:gd name="T0" fmla="*/ 2147483647 w 525"/>
                <a:gd name="T1" fmla="*/ 0 h 455"/>
                <a:gd name="T2" fmla="*/ 2147483647 w 525"/>
                <a:gd name="T3" fmla="*/ 0 h 455"/>
                <a:gd name="T4" fmla="*/ 2147483647 w 525"/>
                <a:gd name="T5" fmla="*/ 0 h 455"/>
                <a:gd name="T6" fmla="*/ 2147483647 w 525"/>
                <a:gd name="T7" fmla="*/ 2147483647 h 455"/>
                <a:gd name="T8" fmla="*/ 2147483647 w 525"/>
                <a:gd name="T9" fmla="*/ 2147483647 h 455"/>
                <a:gd name="T10" fmla="*/ 2147483647 w 525"/>
                <a:gd name="T11" fmla="*/ 0 h 455"/>
                <a:gd name="T12" fmla="*/ 0 w 525"/>
                <a:gd name="T13" fmla="*/ 0 h 455"/>
                <a:gd name="T14" fmla="*/ 0 w 525"/>
                <a:gd name="T15" fmla="*/ 2147483647 h 455"/>
                <a:gd name="T16" fmla="*/ 2147483647 w 525"/>
                <a:gd name="T17" fmla="*/ 2147483647 h 455"/>
                <a:gd name="T18" fmla="*/ 2147483647 w 525"/>
                <a:gd name="T19" fmla="*/ 2147483647 h 455"/>
                <a:gd name="T20" fmla="*/ 2147483647 w 525"/>
                <a:gd name="T21" fmla="*/ 2147483647 h 455"/>
                <a:gd name="T22" fmla="*/ 2147483647 w 525"/>
                <a:gd name="T23" fmla="*/ 2147483647 h 455"/>
                <a:gd name="T24" fmla="*/ 2147483647 w 525"/>
                <a:gd name="T25" fmla="*/ 2147483647 h 455"/>
                <a:gd name="T26" fmla="*/ 2147483647 w 525"/>
                <a:gd name="T27" fmla="*/ 2147483647 h 455"/>
                <a:gd name="T28" fmla="*/ 2147483647 w 525"/>
                <a:gd name="T29" fmla="*/ 2147483647 h 455"/>
                <a:gd name="T30" fmla="*/ 2147483647 w 525"/>
                <a:gd name="T31" fmla="*/ 2147483647 h 455"/>
                <a:gd name="T32" fmla="*/ 2147483647 w 525"/>
                <a:gd name="T33" fmla="*/ 2147483647 h 455"/>
                <a:gd name="T34" fmla="*/ 2147483647 w 525"/>
                <a:gd name="T35" fmla="*/ 2147483647 h 455"/>
                <a:gd name="T36" fmla="*/ 2147483647 w 525"/>
                <a:gd name="T37" fmla="*/ 2147483647 h 455"/>
                <a:gd name="T38" fmla="*/ 2147483647 w 525"/>
                <a:gd name="T39" fmla="*/ 2147483647 h 455"/>
                <a:gd name="T40" fmla="*/ 2147483647 w 525"/>
                <a:gd name="T41" fmla="*/ 2147483647 h 455"/>
                <a:gd name="T42" fmla="*/ 2147483647 w 525"/>
                <a:gd name="T43" fmla="*/ 2147483647 h 455"/>
                <a:gd name="T44" fmla="*/ 2147483647 w 525"/>
                <a:gd name="T45" fmla="*/ 2147483647 h 455"/>
                <a:gd name="T46" fmla="*/ 2147483647 w 525"/>
                <a:gd name="T47" fmla="*/ 2147483647 h 455"/>
                <a:gd name="T48" fmla="*/ 2147483647 w 525"/>
                <a:gd name="T49" fmla="*/ 2147483647 h 455"/>
                <a:gd name="T50" fmla="*/ 2147483647 w 525"/>
                <a:gd name="T51" fmla="*/ 2147483647 h 455"/>
                <a:gd name="T52" fmla="*/ 2147483647 w 525"/>
                <a:gd name="T53" fmla="*/ 2147483647 h 455"/>
                <a:gd name="T54" fmla="*/ 2147483647 w 525"/>
                <a:gd name="T55" fmla="*/ 0 h 455"/>
                <a:gd name="T56" fmla="*/ 2147483647 w 525"/>
                <a:gd name="T57" fmla="*/ 0 h 455"/>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25"/>
                <a:gd name="T88" fmla="*/ 0 h 455"/>
                <a:gd name="T89" fmla="*/ 525 w 525"/>
                <a:gd name="T90" fmla="*/ 455 h 455"/>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25" h="455">
                  <a:moveTo>
                    <a:pt x="519" y="0"/>
                  </a:moveTo>
                  <a:lnTo>
                    <a:pt x="431" y="0"/>
                  </a:lnTo>
                  <a:lnTo>
                    <a:pt x="431" y="346"/>
                  </a:lnTo>
                  <a:lnTo>
                    <a:pt x="202" y="0"/>
                  </a:lnTo>
                  <a:lnTo>
                    <a:pt x="0" y="0"/>
                  </a:lnTo>
                  <a:lnTo>
                    <a:pt x="0" y="25"/>
                  </a:lnTo>
                  <a:lnTo>
                    <a:pt x="17" y="29"/>
                  </a:lnTo>
                  <a:lnTo>
                    <a:pt x="36" y="32"/>
                  </a:lnTo>
                  <a:lnTo>
                    <a:pt x="49" y="35"/>
                  </a:lnTo>
                  <a:lnTo>
                    <a:pt x="59" y="38"/>
                  </a:lnTo>
                  <a:lnTo>
                    <a:pt x="63" y="40"/>
                  </a:lnTo>
                  <a:lnTo>
                    <a:pt x="67" y="44"/>
                  </a:lnTo>
                  <a:lnTo>
                    <a:pt x="69" y="47"/>
                  </a:lnTo>
                  <a:lnTo>
                    <a:pt x="71" y="50"/>
                  </a:lnTo>
                  <a:lnTo>
                    <a:pt x="74" y="60"/>
                  </a:lnTo>
                  <a:lnTo>
                    <a:pt x="75" y="72"/>
                  </a:lnTo>
                  <a:lnTo>
                    <a:pt x="75" y="90"/>
                  </a:lnTo>
                  <a:lnTo>
                    <a:pt x="75" y="455"/>
                  </a:lnTo>
                  <a:lnTo>
                    <a:pt x="169" y="455"/>
                  </a:lnTo>
                  <a:lnTo>
                    <a:pt x="169" y="93"/>
                  </a:lnTo>
                  <a:lnTo>
                    <a:pt x="408" y="455"/>
                  </a:lnTo>
                  <a:lnTo>
                    <a:pt x="525" y="455"/>
                  </a:lnTo>
                  <a:lnTo>
                    <a:pt x="525" y="0"/>
                  </a:lnTo>
                  <a:lnTo>
                    <a:pt x="51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2" name="Freeform 45"/>
            <p:cNvSpPr>
              <a:spLocks noEditPoints="1"/>
            </p:cNvSpPr>
            <p:nvPr/>
          </p:nvSpPr>
          <p:spPr bwMode="gray">
            <a:xfrm>
              <a:off x="8267700" y="949204"/>
              <a:ext cx="112713" cy="120650"/>
            </a:xfrm>
            <a:custGeom>
              <a:avLst/>
              <a:gdLst>
                <a:gd name="T0" fmla="*/ 2147483647 w 309"/>
                <a:gd name="T1" fmla="*/ 2147483647 h 334"/>
                <a:gd name="T2" fmla="*/ 2147483647 w 309"/>
                <a:gd name="T3" fmla="*/ 2147483647 h 334"/>
                <a:gd name="T4" fmla="*/ 2147483647 w 309"/>
                <a:gd name="T5" fmla="*/ 2147483647 h 334"/>
                <a:gd name="T6" fmla="*/ 2147483647 w 309"/>
                <a:gd name="T7" fmla="*/ 2147483647 h 334"/>
                <a:gd name="T8" fmla="*/ 2147483647 w 309"/>
                <a:gd name="T9" fmla="*/ 2147483647 h 334"/>
                <a:gd name="T10" fmla="*/ 2147483647 w 309"/>
                <a:gd name="T11" fmla="*/ 2147483647 h 334"/>
                <a:gd name="T12" fmla="*/ 2147483647 w 309"/>
                <a:gd name="T13" fmla="*/ 2147483647 h 334"/>
                <a:gd name="T14" fmla="*/ 2147483647 w 309"/>
                <a:gd name="T15" fmla="*/ 2147483647 h 334"/>
                <a:gd name="T16" fmla="*/ 2147483647 w 309"/>
                <a:gd name="T17" fmla="*/ 2147483647 h 334"/>
                <a:gd name="T18" fmla="*/ 2147483647 w 309"/>
                <a:gd name="T19" fmla="*/ 2147483647 h 334"/>
                <a:gd name="T20" fmla="*/ 2147483647 w 309"/>
                <a:gd name="T21" fmla="*/ 2147483647 h 334"/>
                <a:gd name="T22" fmla="*/ 2147483647 w 309"/>
                <a:gd name="T23" fmla="*/ 2147483647 h 334"/>
                <a:gd name="T24" fmla="*/ 2147483647 w 309"/>
                <a:gd name="T25" fmla="*/ 2147483647 h 334"/>
                <a:gd name="T26" fmla="*/ 2147483647 w 309"/>
                <a:gd name="T27" fmla="*/ 2147483647 h 334"/>
                <a:gd name="T28" fmla="*/ 2147483647 w 309"/>
                <a:gd name="T29" fmla="*/ 2147483647 h 334"/>
                <a:gd name="T30" fmla="*/ 2147483647 w 309"/>
                <a:gd name="T31" fmla="*/ 2147483647 h 334"/>
                <a:gd name="T32" fmla="*/ 2147483647 w 309"/>
                <a:gd name="T33" fmla="*/ 2147483647 h 334"/>
                <a:gd name="T34" fmla="*/ 2147483647 w 309"/>
                <a:gd name="T35" fmla="*/ 2147483647 h 334"/>
                <a:gd name="T36" fmla="*/ 2147483647 w 309"/>
                <a:gd name="T37" fmla="*/ 2147483647 h 334"/>
                <a:gd name="T38" fmla="*/ 2147483647 w 309"/>
                <a:gd name="T39" fmla="*/ 2147483647 h 334"/>
                <a:gd name="T40" fmla="*/ 2147483647 w 309"/>
                <a:gd name="T41" fmla="*/ 2147483647 h 334"/>
                <a:gd name="T42" fmla="*/ 2147483647 w 309"/>
                <a:gd name="T43" fmla="*/ 2147483647 h 334"/>
                <a:gd name="T44" fmla="*/ 2147483647 w 309"/>
                <a:gd name="T45" fmla="*/ 2147483647 h 334"/>
                <a:gd name="T46" fmla="*/ 2147483647 w 309"/>
                <a:gd name="T47" fmla="*/ 0 h 334"/>
                <a:gd name="T48" fmla="*/ 2147483647 w 309"/>
                <a:gd name="T49" fmla="*/ 2147483647 h 334"/>
                <a:gd name="T50" fmla="*/ 2147483647 w 309"/>
                <a:gd name="T51" fmla="*/ 2147483647 h 334"/>
                <a:gd name="T52" fmla="*/ 2147483647 w 309"/>
                <a:gd name="T53" fmla="*/ 2147483647 h 334"/>
                <a:gd name="T54" fmla="*/ 2147483647 w 309"/>
                <a:gd name="T55" fmla="*/ 2147483647 h 334"/>
                <a:gd name="T56" fmla="*/ 2147483647 w 309"/>
                <a:gd name="T57" fmla="*/ 2147483647 h 334"/>
                <a:gd name="T58" fmla="*/ 2147483647 w 309"/>
                <a:gd name="T59" fmla="*/ 2147483647 h 334"/>
                <a:gd name="T60" fmla="*/ 2147483647 w 309"/>
                <a:gd name="T61" fmla="*/ 2147483647 h 334"/>
                <a:gd name="T62" fmla="*/ 0 w 309"/>
                <a:gd name="T63" fmla="*/ 2147483647 h 334"/>
                <a:gd name="T64" fmla="*/ 2147483647 w 309"/>
                <a:gd name="T65" fmla="*/ 2147483647 h 334"/>
                <a:gd name="T66" fmla="*/ 2147483647 w 309"/>
                <a:gd name="T67" fmla="*/ 2147483647 h 334"/>
                <a:gd name="T68" fmla="*/ 2147483647 w 309"/>
                <a:gd name="T69" fmla="*/ 2147483647 h 334"/>
                <a:gd name="T70" fmla="*/ 2147483647 w 309"/>
                <a:gd name="T71" fmla="*/ 2147483647 h 334"/>
                <a:gd name="T72" fmla="*/ 2147483647 w 309"/>
                <a:gd name="T73" fmla="*/ 2147483647 h 334"/>
                <a:gd name="T74" fmla="*/ 2147483647 w 309"/>
                <a:gd name="T75" fmla="*/ 2147483647 h 334"/>
                <a:gd name="T76" fmla="*/ 2147483647 w 309"/>
                <a:gd name="T77" fmla="*/ 2147483647 h 334"/>
                <a:gd name="T78" fmla="*/ 2147483647 w 309"/>
                <a:gd name="T79" fmla="*/ 2147483647 h 334"/>
                <a:gd name="T80" fmla="*/ 2147483647 w 309"/>
                <a:gd name="T81" fmla="*/ 2147483647 h 334"/>
                <a:gd name="T82" fmla="*/ 2147483647 w 309"/>
                <a:gd name="T83" fmla="*/ 2147483647 h 334"/>
                <a:gd name="T84" fmla="*/ 2147483647 w 309"/>
                <a:gd name="T85" fmla="*/ 2147483647 h 334"/>
                <a:gd name="T86" fmla="*/ 2147483647 w 309"/>
                <a:gd name="T87" fmla="*/ 2147483647 h 334"/>
                <a:gd name="T88" fmla="*/ 2147483647 w 309"/>
                <a:gd name="T89" fmla="*/ 2147483647 h 334"/>
                <a:gd name="T90" fmla="*/ 2147483647 w 309"/>
                <a:gd name="T91" fmla="*/ 2147483647 h 334"/>
                <a:gd name="T92" fmla="*/ 2147483647 w 309"/>
                <a:gd name="T93" fmla="*/ 2147483647 h 334"/>
                <a:gd name="T94" fmla="*/ 2147483647 w 309"/>
                <a:gd name="T95" fmla="*/ 2147483647 h 334"/>
                <a:gd name="T96" fmla="*/ 2147483647 w 309"/>
                <a:gd name="T97" fmla="*/ 2147483647 h 334"/>
                <a:gd name="T98" fmla="*/ 2147483647 w 309"/>
                <a:gd name="T99" fmla="*/ 2147483647 h 334"/>
                <a:gd name="T100" fmla="*/ 2147483647 w 309"/>
                <a:gd name="T101" fmla="*/ 2147483647 h 334"/>
                <a:gd name="T102" fmla="*/ 2147483647 w 309"/>
                <a:gd name="T103" fmla="*/ 2147483647 h 334"/>
                <a:gd name="T104" fmla="*/ 2147483647 w 309"/>
                <a:gd name="T105" fmla="*/ 2147483647 h 334"/>
                <a:gd name="T106" fmla="*/ 2147483647 w 309"/>
                <a:gd name="T107" fmla="*/ 2147483647 h 334"/>
                <a:gd name="T108" fmla="*/ 2147483647 w 309"/>
                <a:gd name="T109" fmla="*/ 2147483647 h 334"/>
                <a:gd name="T110" fmla="*/ 2147483647 w 309"/>
                <a:gd name="T111" fmla="*/ 2147483647 h 334"/>
                <a:gd name="T112" fmla="*/ 2147483647 w 309"/>
                <a:gd name="T113" fmla="*/ 2147483647 h 334"/>
                <a:gd name="T114" fmla="*/ 2147483647 w 309"/>
                <a:gd name="T115" fmla="*/ 2147483647 h 334"/>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09"/>
                <a:gd name="T175" fmla="*/ 0 h 334"/>
                <a:gd name="T176" fmla="*/ 309 w 309"/>
                <a:gd name="T177" fmla="*/ 334 h 334"/>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09" h="334">
                  <a:moveTo>
                    <a:pt x="162" y="35"/>
                  </a:moveTo>
                  <a:lnTo>
                    <a:pt x="162" y="35"/>
                  </a:lnTo>
                  <a:lnTo>
                    <a:pt x="170" y="35"/>
                  </a:lnTo>
                  <a:lnTo>
                    <a:pt x="178" y="36"/>
                  </a:lnTo>
                  <a:lnTo>
                    <a:pt x="184" y="39"/>
                  </a:lnTo>
                  <a:lnTo>
                    <a:pt x="190" y="41"/>
                  </a:lnTo>
                  <a:lnTo>
                    <a:pt x="196" y="44"/>
                  </a:lnTo>
                  <a:lnTo>
                    <a:pt x="201" y="48"/>
                  </a:lnTo>
                  <a:lnTo>
                    <a:pt x="204" y="51"/>
                  </a:lnTo>
                  <a:lnTo>
                    <a:pt x="209" y="56"/>
                  </a:lnTo>
                  <a:lnTo>
                    <a:pt x="214" y="66"/>
                  </a:lnTo>
                  <a:lnTo>
                    <a:pt x="218" y="77"/>
                  </a:lnTo>
                  <a:lnTo>
                    <a:pt x="220" y="89"/>
                  </a:lnTo>
                  <a:lnTo>
                    <a:pt x="221" y="101"/>
                  </a:lnTo>
                  <a:lnTo>
                    <a:pt x="95" y="101"/>
                  </a:lnTo>
                  <a:lnTo>
                    <a:pt x="97" y="91"/>
                  </a:lnTo>
                  <a:lnTo>
                    <a:pt x="100" y="80"/>
                  </a:lnTo>
                  <a:lnTo>
                    <a:pt x="105" y="70"/>
                  </a:lnTo>
                  <a:lnTo>
                    <a:pt x="111" y="59"/>
                  </a:lnTo>
                  <a:lnTo>
                    <a:pt x="115" y="55"/>
                  </a:lnTo>
                  <a:lnTo>
                    <a:pt x="120" y="50"/>
                  </a:lnTo>
                  <a:lnTo>
                    <a:pt x="124" y="46"/>
                  </a:lnTo>
                  <a:lnTo>
                    <a:pt x="131" y="43"/>
                  </a:lnTo>
                  <a:lnTo>
                    <a:pt x="137" y="40"/>
                  </a:lnTo>
                  <a:lnTo>
                    <a:pt x="144" y="38"/>
                  </a:lnTo>
                  <a:lnTo>
                    <a:pt x="152" y="36"/>
                  </a:lnTo>
                  <a:lnTo>
                    <a:pt x="162" y="35"/>
                  </a:lnTo>
                  <a:close/>
                  <a:moveTo>
                    <a:pt x="309" y="133"/>
                  </a:moveTo>
                  <a:lnTo>
                    <a:pt x="309" y="133"/>
                  </a:lnTo>
                  <a:lnTo>
                    <a:pt x="309" y="117"/>
                  </a:lnTo>
                  <a:lnTo>
                    <a:pt x="307" y="102"/>
                  </a:lnTo>
                  <a:lnTo>
                    <a:pt x="305" y="88"/>
                  </a:lnTo>
                  <a:lnTo>
                    <a:pt x="301" y="75"/>
                  </a:lnTo>
                  <a:lnTo>
                    <a:pt x="295" y="63"/>
                  </a:lnTo>
                  <a:lnTo>
                    <a:pt x="289" y="52"/>
                  </a:lnTo>
                  <a:lnTo>
                    <a:pt x="281" y="43"/>
                  </a:lnTo>
                  <a:lnTo>
                    <a:pt x="273" y="33"/>
                  </a:lnTo>
                  <a:lnTo>
                    <a:pt x="263" y="26"/>
                  </a:lnTo>
                  <a:lnTo>
                    <a:pt x="252" y="19"/>
                  </a:lnTo>
                  <a:lnTo>
                    <a:pt x="241" y="14"/>
                  </a:lnTo>
                  <a:lnTo>
                    <a:pt x="228" y="9"/>
                  </a:lnTo>
                  <a:lnTo>
                    <a:pt x="213" y="5"/>
                  </a:lnTo>
                  <a:lnTo>
                    <a:pt x="198" y="2"/>
                  </a:lnTo>
                  <a:lnTo>
                    <a:pt x="182" y="1"/>
                  </a:lnTo>
                  <a:lnTo>
                    <a:pt x="164" y="0"/>
                  </a:lnTo>
                  <a:lnTo>
                    <a:pt x="144" y="1"/>
                  </a:lnTo>
                  <a:lnTo>
                    <a:pt x="126" y="3"/>
                  </a:lnTo>
                  <a:lnTo>
                    <a:pt x="109" y="6"/>
                  </a:lnTo>
                  <a:lnTo>
                    <a:pt x="93" y="11"/>
                  </a:lnTo>
                  <a:lnTo>
                    <a:pt x="78" y="16"/>
                  </a:lnTo>
                  <a:lnTo>
                    <a:pt x="64" y="23"/>
                  </a:lnTo>
                  <a:lnTo>
                    <a:pt x="53" y="30"/>
                  </a:lnTo>
                  <a:lnTo>
                    <a:pt x="42" y="40"/>
                  </a:lnTo>
                  <a:lnTo>
                    <a:pt x="32" y="50"/>
                  </a:lnTo>
                  <a:lnTo>
                    <a:pt x="24" y="62"/>
                  </a:lnTo>
                  <a:lnTo>
                    <a:pt x="16" y="75"/>
                  </a:lnTo>
                  <a:lnTo>
                    <a:pt x="11" y="89"/>
                  </a:lnTo>
                  <a:lnTo>
                    <a:pt x="6" y="104"/>
                  </a:lnTo>
                  <a:lnTo>
                    <a:pt x="2" y="120"/>
                  </a:lnTo>
                  <a:lnTo>
                    <a:pt x="1" y="138"/>
                  </a:lnTo>
                  <a:lnTo>
                    <a:pt x="0" y="156"/>
                  </a:lnTo>
                  <a:lnTo>
                    <a:pt x="1" y="177"/>
                  </a:lnTo>
                  <a:lnTo>
                    <a:pt x="3" y="196"/>
                  </a:lnTo>
                  <a:lnTo>
                    <a:pt x="8" y="214"/>
                  </a:lnTo>
                  <a:lnTo>
                    <a:pt x="13" y="231"/>
                  </a:lnTo>
                  <a:lnTo>
                    <a:pt x="21" y="247"/>
                  </a:lnTo>
                  <a:lnTo>
                    <a:pt x="29" y="261"/>
                  </a:lnTo>
                  <a:lnTo>
                    <a:pt x="39" y="275"/>
                  </a:lnTo>
                  <a:lnTo>
                    <a:pt x="50" y="287"/>
                  </a:lnTo>
                  <a:lnTo>
                    <a:pt x="63" y="297"/>
                  </a:lnTo>
                  <a:lnTo>
                    <a:pt x="78" y="307"/>
                  </a:lnTo>
                  <a:lnTo>
                    <a:pt x="93" y="316"/>
                  </a:lnTo>
                  <a:lnTo>
                    <a:pt x="110" y="322"/>
                  </a:lnTo>
                  <a:lnTo>
                    <a:pt x="128" y="327"/>
                  </a:lnTo>
                  <a:lnTo>
                    <a:pt x="148" y="331"/>
                  </a:lnTo>
                  <a:lnTo>
                    <a:pt x="169" y="334"/>
                  </a:lnTo>
                  <a:lnTo>
                    <a:pt x="190" y="334"/>
                  </a:lnTo>
                  <a:lnTo>
                    <a:pt x="210" y="334"/>
                  </a:lnTo>
                  <a:lnTo>
                    <a:pt x="227" y="332"/>
                  </a:lnTo>
                  <a:lnTo>
                    <a:pt x="243" y="329"/>
                  </a:lnTo>
                  <a:lnTo>
                    <a:pt x="258" y="327"/>
                  </a:lnTo>
                  <a:lnTo>
                    <a:pt x="281" y="321"/>
                  </a:lnTo>
                  <a:lnTo>
                    <a:pt x="297" y="317"/>
                  </a:lnTo>
                  <a:lnTo>
                    <a:pt x="303" y="314"/>
                  </a:lnTo>
                  <a:lnTo>
                    <a:pt x="303" y="273"/>
                  </a:lnTo>
                  <a:lnTo>
                    <a:pt x="294" y="275"/>
                  </a:lnTo>
                  <a:lnTo>
                    <a:pt x="281" y="279"/>
                  </a:lnTo>
                  <a:lnTo>
                    <a:pt x="265" y="282"/>
                  </a:lnTo>
                  <a:lnTo>
                    <a:pt x="246" y="286"/>
                  </a:lnTo>
                  <a:lnTo>
                    <a:pt x="226" y="286"/>
                  </a:lnTo>
                  <a:lnTo>
                    <a:pt x="209" y="286"/>
                  </a:lnTo>
                  <a:lnTo>
                    <a:pt x="194" y="282"/>
                  </a:lnTo>
                  <a:lnTo>
                    <a:pt x="180" y="278"/>
                  </a:lnTo>
                  <a:lnTo>
                    <a:pt x="166" y="273"/>
                  </a:lnTo>
                  <a:lnTo>
                    <a:pt x="154" y="266"/>
                  </a:lnTo>
                  <a:lnTo>
                    <a:pt x="144" y="258"/>
                  </a:lnTo>
                  <a:lnTo>
                    <a:pt x="135" y="248"/>
                  </a:lnTo>
                  <a:lnTo>
                    <a:pt x="126" y="239"/>
                  </a:lnTo>
                  <a:lnTo>
                    <a:pt x="119" y="228"/>
                  </a:lnTo>
                  <a:lnTo>
                    <a:pt x="112" y="216"/>
                  </a:lnTo>
                  <a:lnTo>
                    <a:pt x="108" y="203"/>
                  </a:lnTo>
                  <a:lnTo>
                    <a:pt x="104" y="192"/>
                  </a:lnTo>
                  <a:lnTo>
                    <a:pt x="101" y="179"/>
                  </a:lnTo>
                  <a:lnTo>
                    <a:pt x="97" y="165"/>
                  </a:lnTo>
                  <a:lnTo>
                    <a:pt x="96" y="152"/>
                  </a:lnTo>
                  <a:lnTo>
                    <a:pt x="95" y="139"/>
                  </a:lnTo>
                  <a:lnTo>
                    <a:pt x="309" y="139"/>
                  </a:lnTo>
                  <a:lnTo>
                    <a:pt x="309" y="133"/>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3" name="Freeform 48"/>
            <p:cNvSpPr>
              <a:spLocks/>
            </p:cNvSpPr>
            <p:nvPr/>
          </p:nvSpPr>
          <p:spPr bwMode="gray">
            <a:xfrm>
              <a:off x="8535988" y="915866"/>
              <a:ext cx="88900" cy="153988"/>
            </a:xfrm>
            <a:custGeom>
              <a:avLst/>
              <a:gdLst>
                <a:gd name="T0" fmla="*/ 2147483647 w 245"/>
                <a:gd name="T1" fmla="*/ 0 h 426"/>
                <a:gd name="T2" fmla="*/ 2147483647 w 245"/>
                <a:gd name="T3" fmla="*/ 0 h 426"/>
                <a:gd name="T4" fmla="*/ 2147483647 w 245"/>
                <a:gd name="T5" fmla="*/ 2147483647 h 426"/>
                <a:gd name="T6" fmla="*/ 2147483647 w 245"/>
                <a:gd name="T7" fmla="*/ 2147483647 h 426"/>
                <a:gd name="T8" fmla="*/ 0 w 245"/>
                <a:gd name="T9" fmla="*/ 2147483647 h 426"/>
                <a:gd name="T10" fmla="*/ 0 w 245"/>
                <a:gd name="T11" fmla="*/ 2147483647 h 426"/>
                <a:gd name="T12" fmla="*/ 0 w 245"/>
                <a:gd name="T13" fmla="*/ 2147483647 h 426"/>
                <a:gd name="T14" fmla="*/ 2147483647 w 245"/>
                <a:gd name="T15" fmla="*/ 2147483647 h 426"/>
                <a:gd name="T16" fmla="*/ 2147483647 w 245"/>
                <a:gd name="T17" fmla="*/ 2147483647 h 426"/>
                <a:gd name="T18" fmla="*/ 2147483647 w 245"/>
                <a:gd name="T19" fmla="*/ 2147483647 h 426"/>
                <a:gd name="T20" fmla="*/ 2147483647 w 245"/>
                <a:gd name="T21" fmla="*/ 2147483647 h 426"/>
                <a:gd name="T22" fmla="*/ 2147483647 w 245"/>
                <a:gd name="T23" fmla="*/ 2147483647 h 426"/>
                <a:gd name="T24" fmla="*/ 2147483647 w 245"/>
                <a:gd name="T25" fmla="*/ 2147483647 h 426"/>
                <a:gd name="T26" fmla="*/ 2147483647 w 245"/>
                <a:gd name="T27" fmla="*/ 2147483647 h 426"/>
                <a:gd name="T28" fmla="*/ 2147483647 w 245"/>
                <a:gd name="T29" fmla="*/ 2147483647 h 426"/>
                <a:gd name="T30" fmla="*/ 2147483647 w 245"/>
                <a:gd name="T31" fmla="*/ 2147483647 h 426"/>
                <a:gd name="T32" fmla="*/ 2147483647 w 245"/>
                <a:gd name="T33" fmla="*/ 2147483647 h 426"/>
                <a:gd name="T34" fmla="*/ 2147483647 w 245"/>
                <a:gd name="T35" fmla="*/ 2147483647 h 426"/>
                <a:gd name="T36" fmla="*/ 2147483647 w 245"/>
                <a:gd name="T37" fmla="*/ 2147483647 h 426"/>
                <a:gd name="T38" fmla="*/ 2147483647 w 245"/>
                <a:gd name="T39" fmla="*/ 2147483647 h 426"/>
                <a:gd name="T40" fmla="*/ 2147483647 w 245"/>
                <a:gd name="T41" fmla="*/ 2147483647 h 426"/>
                <a:gd name="T42" fmla="*/ 2147483647 w 245"/>
                <a:gd name="T43" fmla="*/ 2147483647 h 426"/>
                <a:gd name="T44" fmla="*/ 2147483647 w 245"/>
                <a:gd name="T45" fmla="*/ 2147483647 h 426"/>
                <a:gd name="T46" fmla="*/ 2147483647 w 245"/>
                <a:gd name="T47" fmla="*/ 2147483647 h 426"/>
                <a:gd name="T48" fmla="*/ 2147483647 w 245"/>
                <a:gd name="T49" fmla="*/ 2147483647 h 426"/>
                <a:gd name="T50" fmla="*/ 2147483647 w 245"/>
                <a:gd name="T51" fmla="*/ 2147483647 h 426"/>
                <a:gd name="T52" fmla="*/ 2147483647 w 245"/>
                <a:gd name="T53" fmla="*/ 2147483647 h 426"/>
                <a:gd name="T54" fmla="*/ 2147483647 w 245"/>
                <a:gd name="T55" fmla="*/ 2147483647 h 426"/>
                <a:gd name="T56" fmla="*/ 2147483647 w 245"/>
                <a:gd name="T57" fmla="*/ 2147483647 h 426"/>
                <a:gd name="T58" fmla="*/ 2147483647 w 245"/>
                <a:gd name="T59" fmla="*/ 2147483647 h 426"/>
                <a:gd name="T60" fmla="*/ 2147483647 w 245"/>
                <a:gd name="T61" fmla="*/ 2147483647 h 426"/>
                <a:gd name="T62" fmla="*/ 2147483647 w 245"/>
                <a:gd name="T63" fmla="*/ 2147483647 h 426"/>
                <a:gd name="T64" fmla="*/ 2147483647 w 245"/>
                <a:gd name="T65" fmla="*/ 2147483647 h 426"/>
                <a:gd name="T66" fmla="*/ 2147483647 w 245"/>
                <a:gd name="T67" fmla="*/ 2147483647 h 426"/>
                <a:gd name="T68" fmla="*/ 2147483647 w 245"/>
                <a:gd name="T69" fmla="*/ 2147483647 h 426"/>
                <a:gd name="T70" fmla="*/ 2147483647 w 245"/>
                <a:gd name="T71" fmla="*/ 2147483647 h 426"/>
                <a:gd name="T72" fmla="*/ 2147483647 w 245"/>
                <a:gd name="T73" fmla="*/ 2147483647 h 426"/>
                <a:gd name="T74" fmla="*/ 2147483647 w 245"/>
                <a:gd name="T75" fmla="*/ 2147483647 h 426"/>
                <a:gd name="T76" fmla="*/ 2147483647 w 245"/>
                <a:gd name="T77" fmla="*/ 2147483647 h 426"/>
                <a:gd name="T78" fmla="*/ 2147483647 w 245"/>
                <a:gd name="T79" fmla="*/ 2147483647 h 426"/>
                <a:gd name="T80" fmla="*/ 2147483647 w 245"/>
                <a:gd name="T81" fmla="*/ 2147483647 h 426"/>
                <a:gd name="T82" fmla="*/ 2147483647 w 245"/>
                <a:gd name="T83" fmla="*/ 2147483647 h 426"/>
                <a:gd name="T84" fmla="*/ 2147483647 w 245"/>
                <a:gd name="T85" fmla="*/ 2147483647 h 426"/>
                <a:gd name="T86" fmla="*/ 2147483647 w 245"/>
                <a:gd name="T87" fmla="*/ 2147483647 h 426"/>
                <a:gd name="T88" fmla="*/ 2147483647 w 245"/>
                <a:gd name="T89" fmla="*/ 2147483647 h 426"/>
                <a:gd name="T90" fmla="*/ 2147483647 w 245"/>
                <a:gd name="T91" fmla="*/ 2147483647 h 426"/>
                <a:gd name="T92" fmla="*/ 2147483647 w 245"/>
                <a:gd name="T93" fmla="*/ 2147483647 h 426"/>
                <a:gd name="T94" fmla="*/ 2147483647 w 245"/>
                <a:gd name="T95" fmla="*/ 2147483647 h 426"/>
                <a:gd name="T96" fmla="*/ 2147483647 w 245"/>
                <a:gd name="T97" fmla="*/ 2147483647 h 426"/>
                <a:gd name="T98" fmla="*/ 2147483647 w 245"/>
                <a:gd name="T99" fmla="*/ 2147483647 h 426"/>
                <a:gd name="T100" fmla="*/ 2147483647 w 245"/>
                <a:gd name="T101" fmla="*/ 2147483647 h 426"/>
                <a:gd name="T102" fmla="*/ 2147483647 w 245"/>
                <a:gd name="T103" fmla="*/ 2147483647 h 426"/>
                <a:gd name="T104" fmla="*/ 2147483647 w 245"/>
                <a:gd name="T105" fmla="*/ 2147483647 h 426"/>
                <a:gd name="T106" fmla="*/ 2147483647 w 245"/>
                <a:gd name="T107" fmla="*/ 2147483647 h 426"/>
                <a:gd name="T108" fmla="*/ 2147483647 w 245"/>
                <a:gd name="T109" fmla="*/ 2147483647 h 426"/>
                <a:gd name="T110" fmla="*/ 2147483647 w 245"/>
                <a:gd name="T111" fmla="*/ 0 h 426"/>
                <a:gd name="T112" fmla="*/ 2147483647 w 245"/>
                <a:gd name="T113" fmla="*/ 0 h 4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245"/>
                <a:gd name="T172" fmla="*/ 0 h 426"/>
                <a:gd name="T173" fmla="*/ 245 w 245"/>
                <a:gd name="T174" fmla="*/ 426 h 4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245" h="426">
                  <a:moveTo>
                    <a:pt x="59" y="0"/>
                  </a:moveTo>
                  <a:lnTo>
                    <a:pt x="59" y="0"/>
                  </a:lnTo>
                  <a:lnTo>
                    <a:pt x="59" y="100"/>
                  </a:lnTo>
                  <a:lnTo>
                    <a:pt x="0" y="100"/>
                  </a:lnTo>
                  <a:lnTo>
                    <a:pt x="0" y="139"/>
                  </a:lnTo>
                  <a:lnTo>
                    <a:pt x="59" y="139"/>
                  </a:lnTo>
                  <a:lnTo>
                    <a:pt x="59" y="335"/>
                  </a:lnTo>
                  <a:lnTo>
                    <a:pt x="60" y="350"/>
                  </a:lnTo>
                  <a:lnTo>
                    <a:pt x="61" y="363"/>
                  </a:lnTo>
                  <a:lnTo>
                    <a:pt x="64" y="374"/>
                  </a:lnTo>
                  <a:lnTo>
                    <a:pt x="69" y="385"/>
                  </a:lnTo>
                  <a:lnTo>
                    <a:pt x="74" y="394"/>
                  </a:lnTo>
                  <a:lnTo>
                    <a:pt x="79" y="401"/>
                  </a:lnTo>
                  <a:lnTo>
                    <a:pt x="87" y="408"/>
                  </a:lnTo>
                  <a:lnTo>
                    <a:pt x="94" y="412"/>
                  </a:lnTo>
                  <a:lnTo>
                    <a:pt x="103" y="416"/>
                  </a:lnTo>
                  <a:lnTo>
                    <a:pt x="112" y="419"/>
                  </a:lnTo>
                  <a:lnTo>
                    <a:pt x="122" y="421"/>
                  </a:lnTo>
                  <a:lnTo>
                    <a:pt x="133" y="424"/>
                  </a:lnTo>
                  <a:lnTo>
                    <a:pt x="155" y="426"/>
                  </a:lnTo>
                  <a:lnTo>
                    <a:pt x="180" y="426"/>
                  </a:lnTo>
                  <a:lnTo>
                    <a:pt x="192" y="426"/>
                  </a:lnTo>
                  <a:lnTo>
                    <a:pt x="204" y="425"/>
                  </a:lnTo>
                  <a:lnTo>
                    <a:pt x="231" y="420"/>
                  </a:lnTo>
                  <a:lnTo>
                    <a:pt x="236" y="420"/>
                  </a:lnTo>
                  <a:lnTo>
                    <a:pt x="236" y="381"/>
                  </a:lnTo>
                  <a:lnTo>
                    <a:pt x="229" y="382"/>
                  </a:lnTo>
                  <a:lnTo>
                    <a:pt x="216" y="384"/>
                  </a:lnTo>
                  <a:lnTo>
                    <a:pt x="202" y="385"/>
                  </a:lnTo>
                  <a:lnTo>
                    <a:pt x="184" y="384"/>
                  </a:lnTo>
                  <a:lnTo>
                    <a:pt x="171" y="382"/>
                  </a:lnTo>
                  <a:lnTo>
                    <a:pt x="166" y="380"/>
                  </a:lnTo>
                  <a:lnTo>
                    <a:pt x="162" y="378"/>
                  </a:lnTo>
                  <a:lnTo>
                    <a:pt x="157" y="374"/>
                  </a:lnTo>
                  <a:lnTo>
                    <a:pt x="154" y="371"/>
                  </a:lnTo>
                  <a:lnTo>
                    <a:pt x="152" y="368"/>
                  </a:lnTo>
                  <a:lnTo>
                    <a:pt x="150" y="363"/>
                  </a:lnTo>
                  <a:lnTo>
                    <a:pt x="148" y="353"/>
                  </a:lnTo>
                  <a:lnTo>
                    <a:pt x="147" y="340"/>
                  </a:lnTo>
                  <a:lnTo>
                    <a:pt x="147" y="324"/>
                  </a:lnTo>
                  <a:lnTo>
                    <a:pt x="147" y="139"/>
                  </a:lnTo>
                  <a:lnTo>
                    <a:pt x="245" y="139"/>
                  </a:lnTo>
                  <a:lnTo>
                    <a:pt x="245" y="100"/>
                  </a:lnTo>
                  <a:lnTo>
                    <a:pt x="147" y="100"/>
                  </a:lnTo>
                  <a:lnTo>
                    <a:pt x="147" y="0"/>
                  </a:lnTo>
                  <a:lnTo>
                    <a:pt x="59" y="0"/>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4" name="Freeform 50"/>
            <p:cNvSpPr>
              <a:spLocks/>
            </p:cNvSpPr>
            <p:nvPr/>
          </p:nvSpPr>
          <p:spPr bwMode="gray">
            <a:xfrm>
              <a:off x="8383588" y="950791"/>
              <a:ext cx="141287" cy="117475"/>
            </a:xfrm>
            <a:custGeom>
              <a:avLst/>
              <a:gdLst>
                <a:gd name="T0" fmla="*/ 2147483647 w 387"/>
                <a:gd name="T1" fmla="*/ 2147483647 h 319"/>
                <a:gd name="T2" fmla="*/ 2147483647 w 387"/>
                <a:gd name="T3" fmla="*/ 0 h 319"/>
                <a:gd name="T4" fmla="*/ 2147483647 w 387"/>
                <a:gd name="T5" fmla="*/ 0 h 319"/>
                <a:gd name="T6" fmla="*/ 2147483647 w 387"/>
                <a:gd name="T7" fmla="*/ 2147483647 h 319"/>
                <a:gd name="T8" fmla="*/ 2147483647 w 387"/>
                <a:gd name="T9" fmla="*/ 0 h 319"/>
                <a:gd name="T10" fmla="*/ 0 w 387"/>
                <a:gd name="T11" fmla="*/ 0 h 319"/>
                <a:gd name="T12" fmla="*/ 0 w 387"/>
                <a:gd name="T13" fmla="*/ 2147483647 h 319"/>
                <a:gd name="T14" fmla="*/ 2147483647 w 387"/>
                <a:gd name="T15" fmla="*/ 2147483647 h 319"/>
                <a:gd name="T16" fmla="*/ 2147483647 w 387"/>
                <a:gd name="T17" fmla="*/ 2147483647 h 319"/>
                <a:gd name="T18" fmla="*/ 2147483647 w 387"/>
                <a:gd name="T19" fmla="*/ 2147483647 h 319"/>
                <a:gd name="T20" fmla="*/ 2147483647 w 387"/>
                <a:gd name="T21" fmla="*/ 2147483647 h 319"/>
                <a:gd name="T22" fmla="*/ 2147483647 w 387"/>
                <a:gd name="T23" fmla="*/ 2147483647 h 319"/>
                <a:gd name="T24" fmla="*/ 2147483647 w 387"/>
                <a:gd name="T25" fmla="*/ 2147483647 h 319"/>
                <a:gd name="T26" fmla="*/ 2147483647 w 387"/>
                <a:gd name="T27" fmla="*/ 2147483647 h 319"/>
                <a:gd name="T28" fmla="*/ 2147483647 w 387"/>
                <a:gd name="T29" fmla="*/ 2147483647 h 319"/>
                <a:gd name="T30" fmla="*/ 2147483647 w 387"/>
                <a:gd name="T31" fmla="*/ 2147483647 h 319"/>
                <a:gd name="T32" fmla="*/ 2147483647 w 387"/>
                <a:gd name="T33" fmla="*/ 2147483647 h 319"/>
                <a:gd name="T34" fmla="*/ 2147483647 w 387"/>
                <a:gd name="T35" fmla="*/ 2147483647 h 319"/>
                <a:gd name="T36" fmla="*/ 2147483647 w 387"/>
                <a:gd name="T37" fmla="*/ 2147483647 h 319"/>
                <a:gd name="T38" fmla="*/ 2147483647 w 387"/>
                <a:gd name="T39" fmla="*/ 2147483647 h 319"/>
                <a:gd name="T40" fmla="*/ 2147483647 w 387"/>
                <a:gd name="T41" fmla="*/ 2147483647 h 319"/>
                <a:gd name="T42" fmla="*/ 2147483647 w 387"/>
                <a:gd name="T43" fmla="*/ 2147483647 h 319"/>
                <a:gd name="T44" fmla="*/ 2147483647 w 387"/>
                <a:gd name="T45" fmla="*/ 2147483647 h 319"/>
                <a:gd name="T46" fmla="*/ 2147483647 w 387"/>
                <a:gd name="T47" fmla="*/ 2147483647 h 319"/>
                <a:gd name="T48" fmla="*/ 2147483647 w 387"/>
                <a:gd name="T49" fmla="*/ 2147483647 h 31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87"/>
                <a:gd name="T76" fmla="*/ 0 h 319"/>
                <a:gd name="T77" fmla="*/ 387 w 387"/>
                <a:gd name="T78" fmla="*/ 319 h 31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87" h="319">
                  <a:moveTo>
                    <a:pt x="297" y="104"/>
                  </a:moveTo>
                  <a:lnTo>
                    <a:pt x="387" y="0"/>
                  </a:lnTo>
                  <a:lnTo>
                    <a:pt x="295" y="0"/>
                  </a:lnTo>
                  <a:lnTo>
                    <a:pt x="209" y="98"/>
                  </a:lnTo>
                  <a:lnTo>
                    <a:pt x="133" y="0"/>
                  </a:lnTo>
                  <a:lnTo>
                    <a:pt x="0" y="0"/>
                  </a:lnTo>
                  <a:lnTo>
                    <a:pt x="0" y="25"/>
                  </a:lnTo>
                  <a:lnTo>
                    <a:pt x="5" y="25"/>
                  </a:lnTo>
                  <a:lnTo>
                    <a:pt x="21" y="27"/>
                  </a:lnTo>
                  <a:lnTo>
                    <a:pt x="34" y="30"/>
                  </a:lnTo>
                  <a:lnTo>
                    <a:pt x="45" y="33"/>
                  </a:lnTo>
                  <a:lnTo>
                    <a:pt x="54" y="37"/>
                  </a:lnTo>
                  <a:lnTo>
                    <a:pt x="63" y="43"/>
                  </a:lnTo>
                  <a:lnTo>
                    <a:pt x="70" y="51"/>
                  </a:lnTo>
                  <a:lnTo>
                    <a:pt x="80" y="62"/>
                  </a:lnTo>
                  <a:lnTo>
                    <a:pt x="89" y="73"/>
                  </a:lnTo>
                  <a:lnTo>
                    <a:pt x="144" y="147"/>
                  </a:lnTo>
                  <a:lnTo>
                    <a:pt x="54" y="251"/>
                  </a:lnTo>
                  <a:lnTo>
                    <a:pt x="147" y="251"/>
                  </a:lnTo>
                  <a:lnTo>
                    <a:pt x="188" y="204"/>
                  </a:lnTo>
                  <a:lnTo>
                    <a:pt x="273" y="319"/>
                  </a:lnTo>
                  <a:lnTo>
                    <a:pt x="377" y="319"/>
                  </a:lnTo>
                  <a:lnTo>
                    <a:pt x="213" y="104"/>
                  </a:lnTo>
                  <a:lnTo>
                    <a:pt x="297" y="104"/>
                  </a:lnTo>
                  <a:close/>
                </a:path>
              </a:pathLst>
            </a:custGeom>
            <a:solidFill>
              <a:srgbClr val="1A1A1A"/>
            </a:solidFill>
            <a:ln w="9525" algn="ctr">
              <a:noFill/>
              <a:miter lim="800000"/>
              <a:headEnd/>
              <a:tailEnd/>
            </a:ln>
            <a:effectLst/>
          </p:spPr>
          <p:txBody>
            <a:bodyPr wrap="none" lIns="90000" tIns="46800" rIns="90000" bIns="46800"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125" name="Freeform 52"/>
            <p:cNvSpPr>
              <a:spLocks/>
            </p:cNvSpPr>
            <p:nvPr/>
          </p:nvSpPr>
          <p:spPr bwMode="gray">
            <a:xfrm>
              <a:off x="8521700" y="868241"/>
              <a:ext cx="76200" cy="47625"/>
            </a:xfrm>
            <a:custGeom>
              <a:avLst/>
              <a:gdLst>
                <a:gd name="T0" fmla="*/ 2147483647 w 205"/>
                <a:gd name="T1" fmla="*/ 2147483647 h 129"/>
                <a:gd name="T2" fmla="*/ 0 w 205"/>
                <a:gd name="T3" fmla="*/ 2147483647 h 129"/>
                <a:gd name="T4" fmla="*/ 2147483647 w 205"/>
                <a:gd name="T5" fmla="*/ 0 h 129"/>
                <a:gd name="T6" fmla="*/ 2147483647 w 205"/>
                <a:gd name="T7" fmla="*/ 0 h 129"/>
                <a:gd name="T8" fmla="*/ 2147483647 w 205"/>
                <a:gd name="T9" fmla="*/ 2147483647 h 129"/>
                <a:gd name="T10" fmla="*/ 0 60000 65536"/>
                <a:gd name="T11" fmla="*/ 0 60000 65536"/>
                <a:gd name="T12" fmla="*/ 0 60000 65536"/>
                <a:gd name="T13" fmla="*/ 0 60000 65536"/>
                <a:gd name="T14" fmla="*/ 0 60000 65536"/>
                <a:gd name="T15" fmla="*/ 0 w 205"/>
                <a:gd name="T16" fmla="*/ 0 h 129"/>
                <a:gd name="T17" fmla="*/ 205 w 205"/>
                <a:gd name="T18" fmla="*/ 129 h 129"/>
              </a:gdLst>
              <a:ahLst/>
              <a:cxnLst>
                <a:cxn ang="T10">
                  <a:pos x="T0" y="T1"/>
                </a:cxn>
                <a:cxn ang="T11">
                  <a:pos x="T2" y="T3"/>
                </a:cxn>
                <a:cxn ang="T12">
                  <a:pos x="T4" y="T5"/>
                </a:cxn>
                <a:cxn ang="T13">
                  <a:pos x="T6" y="T7"/>
                </a:cxn>
                <a:cxn ang="T14">
                  <a:pos x="T8" y="T9"/>
                </a:cxn>
              </a:cxnLst>
              <a:rect l="T15" t="T16" r="T17" b="T18"/>
              <a:pathLst>
                <a:path w="205" h="129">
                  <a:moveTo>
                    <a:pt x="93" y="129"/>
                  </a:moveTo>
                  <a:lnTo>
                    <a:pt x="0" y="129"/>
                  </a:lnTo>
                  <a:lnTo>
                    <a:pt x="112" y="0"/>
                  </a:lnTo>
                  <a:lnTo>
                    <a:pt x="205" y="0"/>
                  </a:lnTo>
                  <a:lnTo>
                    <a:pt x="93" y="129"/>
                  </a:lnTo>
                  <a:close/>
                </a:path>
              </a:pathLst>
            </a:cu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nvGrpSpPr>
          <p:cNvPr id="33" name="グループ化 32"/>
          <p:cNvGrpSpPr/>
          <p:nvPr userDrawn="1"/>
        </p:nvGrpSpPr>
        <p:grpSpPr bwMode="gray">
          <a:xfrm>
            <a:off x="324496" y="2057427"/>
            <a:ext cx="8495663" cy="97488"/>
            <a:chOff x="324487" y="2057426"/>
            <a:chExt cx="8495663" cy="97488"/>
          </a:xfrm>
        </p:grpSpPr>
        <p:sp>
          <p:nvSpPr>
            <p:cNvPr id="34"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defTabSz="457178" fontAlgn="auto">
                <a:lnSpc>
                  <a:spcPct val="100000"/>
                </a:lnSpc>
                <a:spcBef>
                  <a:spcPts val="0"/>
                </a:spcBef>
                <a:spcAft>
                  <a:spcPts val="0"/>
                </a:spcAft>
                <a:defRPr/>
              </a:pPr>
              <a:endParaRPr kumimoji="0" lang="ja-JP" altLang="en-US" sz="1813">
                <a:solidFill>
                  <a:prstClr val="white"/>
                </a:solidFill>
              </a:endParaRPr>
            </a:p>
          </p:txBody>
        </p:sp>
        <p:grpSp>
          <p:nvGrpSpPr>
            <p:cNvPr id="35" name="グループ化 16"/>
            <p:cNvGrpSpPr/>
            <p:nvPr/>
          </p:nvGrpSpPr>
          <p:grpSpPr bwMode="gray">
            <a:xfrm>
              <a:off x="324487" y="2057426"/>
              <a:ext cx="1938812" cy="97488"/>
              <a:chOff x="312738" y="2747963"/>
              <a:chExt cx="1970087" cy="109537"/>
            </a:xfrm>
          </p:grpSpPr>
          <p:sp>
            <p:nvSpPr>
              <p:cNvPr id="36" name="正方形/長方形 35"/>
              <p:cNvSpPr/>
              <p:nvPr/>
            </p:nvSpPr>
            <p:spPr bwMode="gray">
              <a:xfrm>
                <a:off x="312738" y="2747963"/>
                <a:ext cx="1970087" cy="109537"/>
              </a:xfrm>
              <a:prstGeom prst="rect">
                <a:avLst/>
              </a:prstGeom>
              <a:solidFill>
                <a:srgbClr val="FD0014"/>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sp>
            <p:nvSpPr>
              <p:cNvPr id="37" name="正方形/長方形 36"/>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defTabSz="457178" fontAlgn="auto">
                  <a:lnSpc>
                    <a:spcPct val="100000"/>
                  </a:lnSpc>
                  <a:spcBef>
                    <a:spcPts val="0"/>
                  </a:spcBef>
                  <a:spcAft>
                    <a:spcPts val="0"/>
                  </a:spcAft>
                  <a:defRPr/>
                </a:pPr>
                <a:endParaRPr kumimoji="0" lang="ja-JP" altLang="en-US" sz="1813" kern="0">
                  <a:solidFill>
                    <a:sysClr val="windowText" lastClr="000000"/>
                  </a:solidFill>
                  <a:latin typeface="Arial"/>
                </a:endParaRPr>
              </a:p>
            </p:txBody>
          </p:sp>
        </p:grpSp>
      </p:grpSp>
      <p:sp>
        <p:nvSpPr>
          <p:cNvPr id="38" name="Text Box 13">
            <a:extLst>
              <a:ext uri="{FF2B5EF4-FFF2-40B4-BE49-F238E27FC236}">
                <a16:creationId xmlns:a16="http://schemas.microsoft.com/office/drawing/2014/main" id="{2521F504-7F34-4EA5-96CD-6B0D773E01C5}"/>
              </a:ext>
            </a:extLst>
          </p:cNvPr>
          <p:cNvSpPr txBox="1">
            <a:spLocks noChangeArrowheads="1"/>
          </p:cNvSpPr>
          <p:nvPr userDrawn="1"/>
        </p:nvSpPr>
        <p:spPr bwMode="gray">
          <a:xfrm>
            <a:off x="6599329" y="4949434"/>
            <a:ext cx="2093823" cy="198184"/>
          </a:xfrm>
          <a:prstGeom prst="rect">
            <a:avLst/>
          </a:prstGeom>
          <a:noFill/>
          <a:ln w="25400">
            <a:noFill/>
            <a:miter lim="800000"/>
            <a:headEnd/>
            <a:tailEnd/>
          </a:ln>
        </p:spPr>
        <p:txBody>
          <a:bodyPr wrap="none" lIns="91430" tIns="45714" rIns="91430" bIns="45714">
            <a:spAutoFit/>
          </a:bodyPr>
          <a:lstStyle/>
          <a:p>
            <a:pPr algn="r" defTabSz="457178" fontAlgn="auto">
              <a:lnSpc>
                <a:spcPct val="100000"/>
              </a:lnSpc>
              <a:spcBef>
                <a:spcPct val="50000"/>
              </a:spcBef>
              <a:spcAft>
                <a:spcPts val="0"/>
              </a:spcAft>
              <a:defRPr/>
            </a:pPr>
            <a:r>
              <a:rPr kumimoji="0" lang="en-US" altLang="ja-JP" sz="688">
                <a:solidFill>
                  <a:prstClr val="black"/>
                </a:solidFill>
                <a:latin typeface="Arial" charset="0"/>
                <a:ea typeface="ＭＳ Ｐゴシック" pitchFamily="50" charset="-128"/>
              </a:rPr>
              <a:t>© Hitachi America, Ltd. 2021. All rights reserved.</a:t>
            </a:r>
          </a:p>
        </p:txBody>
      </p:sp>
    </p:spTree>
    <p:extLst>
      <p:ext uri="{BB962C8B-B14F-4D97-AF65-F5344CB8AC3E}">
        <p14:creationId xmlns:p14="http://schemas.microsoft.com/office/powerpoint/2010/main" val="22914512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2_白紙">
    <p:spTree>
      <p:nvGrpSpPr>
        <p:cNvPr id="1" name=""/>
        <p:cNvGrpSpPr/>
        <p:nvPr/>
      </p:nvGrpSpPr>
      <p:grpSpPr>
        <a:xfrm>
          <a:off x="0" y="0"/>
          <a:ext cx="0" cy="0"/>
          <a:chOff x="0" y="0"/>
          <a:chExt cx="0" cy="0"/>
        </a:xfrm>
      </p:grpSpPr>
      <p:pic>
        <p:nvPicPr>
          <p:cNvPr id="3" name="図 2" descr="ea60_010_030_dmac [更新済み].wmf"/>
          <p:cNvPicPr preferRelativeResize="0">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gray">
          <a:xfrm>
            <a:off x="3226005" y="2167158"/>
            <a:ext cx="2691994" cy="772381"/>
          </a:xfrm>
          <a:prstGeom prst="rect">
            <a:avLst/>
          </a:prstGeom>
        </p:spPr>
      </p:pic>
    </p:spTree>
    <p:extLst>
      <p:ext uri="{BB962C8B-B14F-4D97-AF65-F5344CB8AC3E}">
        <p14:creationId xmlns:p14="http://schemas.microsoft.com/office/powerpoint/2010/main" val="24332528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All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84960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5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861681"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2500573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35822881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タイトルのみ">
    <p:spTree>
      <p:nvGrpSpPr>
        <p:cNvPr id="1" name=""/>
        <p:cNvGrpSpPr/>
        <p:nvPr/>
      </p:nvGrpSpPr>
      <p:grpSpPr>
        <a:xfrm>
          <a:off x="0" y="0"/>
          <a:ext cx="0" cy="0"/>
          <a:chOff x="0" y="0"/>
          <a:chExt cx="0" cy="0"/>
        </a:xfrm>
      </p:grpSpPr>
      <p:sp>
        <p:nvSpPr>
          <p:cNvPr id="36"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4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spTree>
    <p:extLst>
      <p:ext uri="{BB962C8B-B14F-4D97-AF65-F5344CB8AC3E}">
        <p14:creationId xmlns:p14="http://schemas.microsoft.com/office/powerpoint/2010/main" val="26312981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9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742133"/>
            <a:ext cx="2861681"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17389243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2117619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タイトルのみ">
    <p:spTree>
      <p:nvGrpSpPr>
        <p:cNvPr id="1" name=""/>
        <p:cNvGrpSpPr/>
        <p:nvPr/>
      </p:nvGrpSpPr>
      <p:grpSpPr>
        <a:xfrm>
          <a:off x="0" y="0"/>
          <a:ext cx="0" cy="0"/>
          <a:chOff x="0" y="0"/>
          <a:chExt cx="0" cy="0"/>
        </a:xfrm>
      </p:grpSpPr>
      <p:sp>
        <p:nvSpPr>
          <p:cNvPr id="54" name="スライド番号プレースホルダ 2"/>
          <p:cNvSpPr txBox="1">
            <a:spLocks/>
          </p:cNvSpPr>
          <p:nvPr userDrawn="1"/>
        </p:nvSpPr>
        <p:spPr bwMode="gray">
          <a:xfrm>
            <a:off x="8560360"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400"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400"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923115" y="4949429"/>
            <a:ext cx="1770036"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40" name="グループ化 39"/>
          <p:cNvGrpSpPr/>
          <p:nvPr userDrawn="1"/>
        </p:nvGrpSpPr>
        <p:grpSpPr bwMode="gray">
          <a:xfrm>
            <a:off x="324487"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 name="図 3">
            <a:extLst>
              <a:ext uri="{FF2B5EF4-FFF2-40B4-BE49-F238E27FC236}">
                <a16:creationId xmlns:a16="http://schemas.microsoft.com/office/drawing/2014/main" id="{E88869A0-5FEC-7FC7-12BF-D560312D1FF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1" y="216720"/>
            <a:ext cx="2139325" cy="837872"/>
          </a:xfrm>
          <a:prstGeom prst="rect">
            <a:avLst/>
          </a:prstGeom>
        </p:spPr>
      </p:pic>
    </p:spTree>
    <p:extLst>
      <p:ext uri="{BB962C8B-B14F-4D97-AF65-F5344CB8AC3E}">
        <p14:creationId xmlns:p14="http://schemas.microsoft.com/office/powerpoint/2010/main" val="35072137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a:stretch>
            <a:fillRect/>
          </a:stretch>
        </p:blipFill>
        <p:spPr>
          <a:xfrm>
            <a:off x="6861471" y="216720"/>
            <a:ext cx="2139325" cy="837872"/>
          </a:xfrm>
          <a:prstGeom prst="rect">
            <a:avLst/>
          </a:prstGeom>
        </p:spPr>
      </p:pic>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982180" cy="461665"/>
          </a:xfrm>
          <a:prstGeom prst="rect">
            <a:avLst/>
          </a:prstGeom>
        </p:spPr>
        <p:txBody>
          <a:bodyPr wrap="none">
            <a:spAutoFit/>
          </a:bodyPr>
          <a:lstStyle>
            <a:lvl1pPr>
              <a:lnSpc>
                <a:spcPct val="100000"/>
              </a:lnSpc>
              <a:defRPr sz="2400">
                <a:solidFill>
                  <a:schemeClr val="tx1"/>
                </a:solidFill>
                <a:latin typeface="メイリオ" panose="020B0604030504040204" pitchFamily="50" charset="-128"/>
                <a:ea typeface="メイリオ"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816275"/>
            <a:ext cx="3033203" cy="369332"/>
          </a:xfrm>
          <a:prstGeom prst="rect">
            <a:avLst/>
          </a:prstGeom>
        </p:spPr>
        <p:txBody>
          <a:bodyPr wrap="none">
            <a:spAutoFit/>
          </a:bodyPr>
          <a:lstStyle>
            <a:lvl1pPr>
              <a:buNone/>
              <a:defRPr sz="1800">
                <a:latin typeface="メイリオ" panose="020B0604030504040204" pitchFamily="50" charset="-128"/>
                <a:ea typeface="メイリオ"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sp>
        <p:nvSpPr>
          <p:cNvPr id="4" name="Text Box 13">
            <a:extLst>
              <a:ext uri="{FF2B5EF4-FFF2-40B4-BE49-F238E27FC236}">
                <a16:creationId xmlns:a16="http://schemas.microsoft.com/office/drawing/2014/main" id="{62162CC8-3D1E-5CEC-113B-65CB7F4C0350}"/>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31815969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4_タイトルのみ">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92B39854-D5A3-933B-CEE9-9ECB19BE5877}"/>
              </a:ext>
            </a:extLst>
          </p:cNvPr>
          <p:cNvPicPr>
            <a:picLocks noChangeAspect="1"/>
          </p:cNvPicPr>
          <p:nvPr userDrawn="1"/>
        </p:nvPicPr>
        <p:blipFill>
          <a:blip r:embed="rId2"/>
          <a:stretch>
            <a:fillRect/>
          </a:stretch>
        </p:blipFill>
        <p:spPr>
          <a:xfrm>
            <a:off x="6873997" y="223145"/>
            <a:ext cx="2119535" cy="830121"/>
          </a:xfrm>
          <a:prstGeom prst="rect">
            <a:avLst/>
          </a:prstGeom>
        </p:spPr>
      </p:pic>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79"/>
            <a:ext cx="3982180" cy="461665"/>
          </a:xfrm>
          <a:prstGeom prst="rect">
            <a:avLst/>
          </a:prstGeom>
        </p:spPr>
        <p:txBody>
          <a:bodyPr wrap="none">
            <a:spAutoFit/>
          </a:bodyPr>
          <a:lstStyle>
            <a:lvl1pPr>
              <a:lnSpc>
                <a:spcPct val="100000"/>
              </a:lnSpc>
              <a:defRPr sz="2400">
                <a:solidFill>
                  <a:schemeClr val="tx1"/>
                </a:solidFill>
                <a:latin typeface="メイリオ" panose="020B0604030504040204" pitchFamily="50" charset="-128"/>
                <a:ea typeface="メイリオ"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0" y="2816275"/>
            <a:ext cx="3033203" cy="369332"/>
          </a:xfrm>
          <a:prstGeom prst="rect">
            <a:avLst/>
          </a:prstGeom>
        </p:spPr>
        <p:txBody>
          <a:bodyPr wrap="none">
            <a:spAutoFit/>
          </a:bodyPr>
          <a:lstStyle>
            <a:lvl1pPr>
              <a:buNone/>
              <a:defRPr sz="1800">
                <a:latin typeface="メイリオ" panose="020B0604030504040204" pitchFamily="50" charset="-128"/>
                <a:ea typeface="メイリオ"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sp>
        <p:nvSpPr>
          <p:cNvPr id="4" name="Text Box 13">
            <a:extLst>
              <a:ext uri="{FF2B5EF4-FFF2-40B4-BE49-F238E27FC236}">
                <a16:creationId xmlns:a16="http://schemas.microsoft.com/office/drawing/2014/main" id="{9D923C34-2CC2-99BB-BCDA-4DF05A982E67}"/>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10404877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メイリオ" panose="020B0604030504040204" pitchFamily="50" charset="-128"/>
                <a:ea typeface="メイリオ"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714724" y="4949429"/>
            <a:ext cx="1978427"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 Hitachi, Ltd. 2024.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メイリオ" panose="020B0604030504040204" pitchFamily="50" charset="-128"/>
                <a:ea typeface="メイリオ" panose="020B0604030504040204" pitchFamily="50" charset="-128"/>
              </a:endParaRPr>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メイリオ" panose="020B0604030504040204" pitchFamily="50" charset="-128"/>
                  <a:ea typeface="メイリオ" panose="020B0604030504040204" pitchFamily="50" charset="-128"/>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メイリオ" panose="020B0604030504040204" pitchFamily="50" charset="-128"/>
                  <a:ea typeface="メイリオ" panose="020B0604030504040204" pitchFamily="50" charset="-128"/>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a:stretch>
            <a:fillRect/>
          </a:stretch>
        </p:blipFill>
        <p:spPr>
          <a:xfrm>
            <a:off x="6861471" y="216720"/>
            <a:ext cx="2139325" cy="837872"/>
          </a:xfrm>
          <a:prstGeom prst="rect">
            <a:avLst/>
          </a:prstGeom>
        </p:spPr>
      </p:pic>
      <p:sp>
        <p:nvSpPr>
          <p:cNvPr id="2" name="Text Box 13">
            <a:extLst>
              <a:ext uri="{FF2B5EF4-FFF2-40B4-BE49-F238E27FC236}">
                <a16:creationId xmlns:a16="http://schemas.microsoft.com/office/drawing/2014/main" id="{3867610C-E8C5-71CF-4FE6-325B07845352}"/>
              </a:ext>
            </a:extLst>
          </p:cNvPr>
          <p:cNvSpPr txBox="1">
            <a:spLocks noChangeArrowheads="1"/>
          </p:cNvSpPr>
          <p:nvPr userDrawn="1"/>
        </p:nvSpPr>
        <p:spPr bwMode="gray">
          <a:xfrm>
            <a:off x="-7834" y="4949429"/>
            <a:ext cx="1027846" cy="191976"/>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メイリオ" panose="020B0604030504040204" pitchFamily="50" charset="-128"/>
                <a:ea typeface="メイリオ" panose="020B0604030504040204" pitchFamily="50" charset="-128"/>
              </a:rPr>
              <a:t>Hitachi Confidential</a:t>
            </a:r>
          </a:p>
        </p:txBody>
      </p:sp>
    </p:spTree>
    <p:extLst>
      <p:ext uri="{BB962C8B-B14F-4D97-AF65-F5344CB8AC3E}">
        <p14:creationId xmlns:p14="http://schemas.microsoft.com/office/powerpoint/2010/main" val="3836173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6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8"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2" y="2335280"/>
            <a:ext cx="3365024"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1" y="2742133"/>
            <a:ext cx="2560316"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23116" y="4949430"/>
            <a:ext cx="1770036"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Ltd. 2023. All rights reserved.</a:t>
            </a:r>
          </a:p>
        </p:txBody>
      </p:sp>
      <p:pic>
        <p:nvPicPr>
          <p:cNvPr id="41" name="図 40" descr="ea60_010_030_dwin.wmf"/>
          <p:cNvPicPr>
            <a:picLocks noChangeAspect="1"/>
          </p:cNvPicPr>
          <p:nvPr userDrawn="1"/>
        </p:nvPicPr>
        <p:blipFill>
          <a:blip r:embed="rId2"/>
          <a:stretch>
            <a:fillRect/>
          </a:stretch>
        </p:blipFill>
        <p:spPr>
          <a:xfrm>
            <a:off x="7050656" y="402724"/>
            <a:ext cx="1769495" cy="507600"/>
          </a:xfrm>
          <a:prstGeom prst="rect">
            <a:avLst/>
          </a:prstGeom>
        </p:spPr>
      </p:pic>
    </p:spTree>
    <p:extLst>
      <p:ext uri="{BB962C8B-B14F-4D97-AF65-F5344CB8AC3E}">
        <p14:creationId xmlns:p14="http://schemas.microsoft.com/office/powerpoint/2010/main" val="2282389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7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23116" y="4949430"/>
            <a:ext cx="1770036"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Arial" charset="0"/>
                <a:ea typeface="ＭＳ Ｐゴシック" pitchFamily="50" charset="-128"/>
              </a:rPr>
              <a:t>© Hitachi, Ltd. 2023. All rights reserved.</a:t>
            </a:r>
          </a:p>
        </p:txBody>
      </p:sp>
      <p:grpSp>
        <p:nvGrpSpPr>
          <p:cNvPr id="39" name="グループ化 38"/>
          <p:cNvGrpSpPr/>
          <p:nvPr userDrawn="1"/>
        </p:nvGrpSpPr>
        <p:grpSpPr bwMode="gray">
          <a:xfrm>
            <a:off x="324488"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4" name="図 43" descr="ea60_010_030_dwin.wmf"/>
          <p:cNvPicPr>
            <a:picLocks noChangeAspect="1"/>
          </p:cNvPicPr>
          <p:nvPr userDrawn="1"/>
        </p:nvPicPr>
        <p:blipFill>
          <a:blip r:embed="rId2"/>
          <a:stretch>
            <a:fillRect/>
          </a:stretch>
        </p:blipFill>
        <p:spPr>
          <a:xfrm>
            <a:off x="7050656" y="402724"/>
            <a:ext cx="1769495" cy="507600"/>
          </a:xfrm>
          <a:prstGeom prst="rect">
            <a:avLst/>
          </a:prstGeom>
        </p:spPr>
      </p:pic>
    </p:spTree>
    <p:extLst>
      <p:ext uri="{BB962C8B-B14F-4D97-AF65-F5344CB8AC3E}">
        <p14:creationId xmlns:p14="http://schemas.microsoft.com/office/powerpoint/2010/main" val="9644651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8_タイトルのみ">
    <p:spTree>
      <p:nvGrpSpPr>
        <p:cNvPr id="1" name=""/>
        <p:cNvGrpSpPr/>
        <p:nvPr/>
      </p:nvGrpSpPr>
      <p:grpSpPr>
        <a:xfrm>
          <a:off x="0" y="0"/>
          <a:ext cx="0" cy="0"/>
          <a:chOff x="0" y="0"/>
          <a:chExt cx="0" cy="0"/>
        </a:xfrm>
      </p:grpSpPr>
      <p:grpSp>
        <p:nvGrpSpPr>
          <p:cNvPr id="35" name="グループ化 34"/>
          <p:cNvGrpSpPr/>
          <p:nvPr userDrawn="1"/>
        </p:nvGrpSpPr>
        <p:grpSpPr bwMode="gray">
          <a:xfrm>
            <a:off x="324487"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Meiryo UI" panose="020B0604030504040204" pitchFamily="50" charset="-128"/>
                <a:ea typeface="Meiryo UI" panose="020B0604030504040204" pitchFamily="50" charset="-128"/>
              </a:endParaRPr>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grpSp>
      </p:grpSp>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43" name="タイトル 1"/>
          <p:cNvSpPr>
            <a:spLocks noGrp="1"/>
          </p:cNvSpPr>
          <p:nvPr userDrawn="1">
            <p:ph type="title" hasCustomPrompt="1"/>
          </p:nvPr>
        </p:nvSpPr>
        <p:spPr bwMode="gray">
          <a:xfrm>
            <a:off x="2138611" y="2335279"/>
            <a:ext cx="3358612" cy="461665"/>
          </a:xfrm>
          <a:prstGeom prst="rect">
            <a:avLst/>
          </a:prstGeom>
        </p:spPr>
        <p:txBody>
          <a:bodyPr wrap="none">
            <a:spAutoFit/>
          </a:bodyPr>
          <a:lstStyle>
            <a:lvl1pPr>
              <a:lnSpc>
                <a:spcPct val="100000"/>
              </a:lnSpc>
              <a:defRPr sz="2400">
                <a:solidFill>
                  <a:schemeClr val="tx1"/>
                </a:solidFill>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hasCustomPrompt="1"/>
          </p:nvPr>
        </p:nvSpPr>
        <p:spPr bwMode="gray">
          <a:xfrm>
            <a:off x="2138610" y="2742133"/>
            <a:ext cx="2592376" cy="369332"/>
          </a:xfrm>
          <a:prstGeom prst="rect">
            <a:avLst/>
          </a:prstGeom>
        </p:spPr>
        <p:txBody>
          <a:bodyPr wrap="none">
            <a:spAutoFit/>
          </a:bodyPr>
          <a:lstStyle>
            <a:lvl1pPr>
              <a:buNone/>
              <a:defRPr sz="1800">
                <a:latin typeface="Meiryo UI" panose="020B0604030504040204" pitchFamily="50" charset="-128"/>
                <a:ea typeface="Meiryo UI"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658619" y="4949429"/>
            <a:ext cx="203453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pic>
        <p:nvPicPr>
          <p:cNvPr id="41" name="図 40"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23802623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9_タイトルのみ">
    <p:spTree>
      <p:nvGrpSpPr>
        <p:cNvPr id="1" name=""/>
        <p:cNvGrpSpPr/>
        <p:nvPr/>
      </p:nvGrpSpPr>
      <p:grpSpPr>
        <a:xfrm>
          <a:off x="0" y="0"/>
          <a:ext cx="0" cy="0"/>
          <a:chOff x="0" y="0"/>
          <a:chExt cx="0" cy="0"/>
        </a:xfrm>
      </p:grpSpPr>
      <p:sp>
        <p:nvSpPr>
          <p:cNvPr id="42" name="スライド番号プレースホルダ 2"/>
          <p:cNvSpPr>
            <a:spLocks noGrp="1"/>
          </p:cNvSpPr>
          <p:nvPr userDrawn="1">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43" name="タイトル 1"/>
          <p:cNvSpPr>
            <a:spLocks noGrp="1"/>
          </p:cNvSpPr>
          <p:nvPr userDrawn="1">
            <p:ph type="title" hasCustomPrompt="1"/>
          </p:nvPr>
        </p:nvSpPr>
        <p:spPr bwMode="gray">
          <a:xfrm>
            <a:off x="2138611" y="2335279"/>
            <a:ext cx="3358612" cy="461665"/>
          </a:xfrm>
          <a:prstGeom prst="rect">
            <a:avLst/>
          </a:prstGeom>
        </p:spPr>
        <p:txBody>
          <a:bodyPr wrap="none">
            <a:spAutoFit/>
          </a:bodyPr>
          <a:lstStyle>
            <a:lvl1pPr>
              <a:lnSpc>
                <a:spcPct val="100000"/>
              </a:lnSpc>
              <a:defRPr sz="2400">
                <a:solidFill>
                  <a:schemeClr val="tx1"/>
                </a:solidFill>
                <a:latin typeface="Meiryo UI" panose="020B0604030504040204" pitchFamily="50" charset="-128"/>
                <a:ea typeface="Meiryo UI" panose="020B0604030504040204" pitchFamily="50" charset="-128"/>
              </a:defRPr>
            </a:lvl1pPr>
          </a:lstStyle>
          <a:p>
            <a:r>
              <a:rPr lang="ja-JP" altLang="en-US"/>
              <a:t>マスタ タイトルの書式設定</a:t>
            </a:r>
          </a:p>
        </p:txBody>
      </p:sp>
      <p:sp>
        <p:nvSpPr>
          <p:cNvPr id="49" name="テキスト プレースホルダ 48"/>
          <p:cNvSpPr>
            <a:spLocks noGrp="1"/>
          </p:cNvSpPr>
          <p:nvPr userDrawn="1">
            <p:ph type="body" sz="quarter" idx="11" hasCustomPrompt="1"/>
          </p:nvPr>
        </p:nvSpPr>
        <p:spPr bwMode="gray">
          <a:xfrm>
            <a:off x="2138610" y="2742133"/>
            <a:ext cx="2592376" cy="369332"/>
          </a:xfrm>
          <a:prstGeom prst="rect">
            <a:avLst/>
          </a:prstGeom>
        </p:spPr>
        <p:txBody>
          <a:bodyPr wrap="none">
            <a:spAutoFit/>
          </a:bodyPr>
          <a:lstStyle>
            <a:lvl1pPr>
              <a:buNone/>
              <a:defRPr sz="1800">
                <a:latin typeface="Meiryo UI" panose="020B0604030504040204" pitchFamily="50" charset="-128"/>
                <a:ea typeface="Meiryo UI" panose="020B0604030504040204" pitchFamily="50" charset="-128"/>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658619" y="4949429"/>
            <a:ext cx="2034532"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pic>
        <p:nvPicPr>
          <p:cNvPr id="13" name="図 12" descr="ea60_010_032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274480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0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0" y="4916262"/>
            <a:ext cx="488950" cy="228600"/>
          </a:xfrm>
          <a:prstGeom prst="rect">
            <a:avLst/>
          </a:prstGeom>
        </p:spPr>
        <p:txBody>
          <a:bodyPr/>
          <a:lstStyle>
            <a:lvl1pPr algn="r">
              <a:defRPr sz="1100" smtClean="0">
                <a:solidFill>
                  <a:schemeClr val="tx1"/>
                </a:solidFill>
                <a:latin typeface="Meiryo UI" panose="020B0604030504040204" pitchFamily="50" charset="-128"/>
                <a:ea typeface="Meiryo UI" panose="020B0604030504040204" pitchFamily="50" charset="-128"/>
                <a:cs typeface="Arial" pitchFamily="34" charset="0"/>
              </a:defRPr>
            </a:lvl1pPr>
          </a:lstStyle>
          <a:p>
            <a:pPr>
              <a:defRPr/>
            </a:pPr>
            <a:fld id="{790173A9-6621-4FFE-BC07-AC198BDD4C9A}" type="slidenum">
              <a:rPr lang="en-US" altLang="ja-JP" smtClean="0"/>
              <a:pPr>
                <a:defRPr/>
              </a:pPr>
              <a:t>‹#›</a:t>
            </a:fld>
            <a:endParaRPr lang="en-US" altLang="ja-JP">
              <a:latin typeface="Meiryo UI" panose="020B0604030504040204" pitchFamily="50" charset="-128"/>
              <a:ea typeface="Meiryo UI" panose="020B0604030504040204" pitchFamily="50" charset="-128"/>
            </a:endParaRPr>
          </a:p>
        </p:txBody>
      </p:sp>
      <p:sp>
        <p:nvSpPr>
          <p:cNvPr id="38" name="Text Box 13"/>
          <p:cNvSpPr txBox="1">
            <a:spLocks noChangeArrowheads="1"/>
          </p:cNvSpPr>
          <p:nvPr userDrawn="1"/>
        </p:nvSpPr>
        <p:spPr bwMode="gray">
          <a:xfrm>
            <a:off x="6714724" y="4949429"/>
            <a:ext cx="1978427" cy="189283"/>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Meiryo UI" panose="020B0604030504040204" pitchFamily="50" charset="-128"/>
                <a:ea typeface="Meiryo UI" panose="020B0604030504040204" pitchFamily="50" charset="-128"/>
              </a:rPr>
              <a:t>© Hitachi, Ltd. 2023. All rights reserved.</a:t>
            </a:r>
          </a:p>
        </p:txBody>
      </p:sp>
      <p:grpSp>
        <p:nvGrpSpPr>
          <p:cNvPr id="39" name="グループ化 38"/>
          <p:cNvGrpSpPr/>
          <p:nvPr userDrawn="1"/>
        </p:nvGrpSpPr>
        <p:grpSpPr bwMode="gray">
          <a:xfrm>
            <a:off x="324487"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latin typeface="Meiryo UI" panose="020B0604030504040204" pitchFamily="50" charset="-128"/>
                <a:ea typeface="Meiryo UI" panose="020B0604030504040204" pitchFamily="50" charset="-128"/>
              </a:endParaRPr>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latin typeface="Meiryo UI" panose="020B0604030504040204" pitchFamily="50" charset="-128"/>
                  <a:ea typeface="Meiryo UI" panose="020B0604030504040204" pitchFamily="50" charset="-128"/>
                </a:endParaRPr>
              </a:p>
            </p:txBody>
          </p:sp>
        </p:grpSp>
      </p:grpSp>
      <p:pic>
        <p:nvPicPr>
          <p:cNvPr id="44" name="図 43" descr="ea60_010_030_dwin.wmf"/>
          <p:cNvPicPr>
            <a:picLocks noChangeAspect="1"/>
          </p:cNvPicPr>
          <p:nvPr userDrawn="1"/>
        </p:nvPicPr>
        <p:blipFill>
          <a:blip r:embed="rId2"/>
          <a:stretch>
            <a:fillRect/>
          </a:stretch>
        </p:blipFill>
        <p:spPr>
          <a:xfrm>
            <a:off x="7050655" y="402724"/>
            <a:ext cx="1769495" cy="507600"/>
          </a:xfrm>
          <a:prstGeom prst="rect">
            <a:avLst/>
          </a:prstGeom>
        </p:spPr>
      </p:pic>
    </p:spTree>
    <p:extLst>
      <p:ext uri="{BB962C8B-B14F-4D97-AF65-F5344CB8AC3E}">
        <p14:creationId xmlns:p14="http://schemas.microsoft.com/office/powerpoint/2010/main" val="31796289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1_タイトルのみ">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6A482E99-0184-19CA-D0E3-F69BDCE12E1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grpSp>
        <p:nvGrpSpPr>
          <p:cNvPr id="35" name="グループ化 34"/>
          <p:cNvGrpSpPr/>
          <p:nvPr userDrawn="1"/>
        </p:nvGrpSpPr>
        <p:grpSpPr bwMode="gray">
          <a:xfrm>
            <a:off x="324488" y="2057426"/>
            <a:ext cx="8495663" cy="97488"/>
            <a:chOff x="324487" y="2057426"/>
            <a:chExt cx="8495663" cy="97488"/>
          </a:xfrm>
        </p:grpSpPr>
        <p:sp>
          <p:nvSpPr>
            <p:cNvPr id="36"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37" name="グループ化 16"/>
            <p:cNvGrpSpPr/>
            <p:nvPr/>
          </p:nvGrpSpPr>
          <p:grpSpPr bwMode="gray">
            <a:xfrm>
              <a:off x="324487" y="2057426"/>
              <a:ext cx="1938812" cy="97488"/>
              <a:chOff x="312738" y="2747963"/>
              <a:chExt cx="1970087" cy="109537"/>
            </a:xfrm>
          </p:grpSpPr>
          <p:sp>
            <p:nvSpPr>
              <p:cNvPr id="38" name="正方形/長方形 37"/>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39" name="正方形/長方形 38"/>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42" name="スライド番号プレースホルダ 2"/>
          <p:cNvSpPr>
            <a:spLocks noGrp="1"/>
          </p:cNvSpPr>
          <p:nvPr userDrawn="1">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43" name="タイトル 1"/>
          <p:cNvSpPr>
            <a:spLocks noGrp="1"/>
          </p:cNvSpPr>
          <p:nvPr userDrawn="1">
            <p:ph type="title"/>
          </p:nvPr>
        </p:nvSpPr>
        <p:spPr bwMode="gray">
          <a:xfrm>
            <a:off x="2138611" y="2335280"/>
            <a:ext cx="3550972" cy="461665"/>
          </a:xfrm>
          <a:prstGeom prst="rect">
            <a:avLst/>
          </a:prstGeom>
        </p:spPr>
        <p:txBody>
          <a:bodyPr wrap="none">
            <a:spAutoFit/>
          </a:bodyPr>
          <a:lstStyle>
            <a:lvl1pPr>
              <a:lnSpc>
                <a:spcPct val="100000"/>
              </a:lnSpc>
              <a:defRPr sz="2400">
                <a:solidFill>
                  <a:schemeClr val="tx1"/>
                </a:solidFill>
                <a:latin typeface="+mj-ea"/>
                <a:ea typeface="+mj-ea"/>
              </a:defRPr>
            </a:lvl1pPr>
          </a:lstStyle>
          <a:p>
            <a:r>
              <a:rPr lang="ja-JP" altLang="en-US"/>
              <a:t>マスタ タイトルの書式設定</a:t>
            </a:r>
          </a:p>
        </p:txBody>
      </p:sp>
      <p:sp>
        <p:nvSpPr>
          <p:cNvPr id="49" name="テキスト プレースホルダ 48"/>
          <p:cNvSpPr>
            <a:spLocks noGrp="1"/>
          </p:cNvSpPr>
          <p:nvPr userDrawn="1">
            <p:ph type="body" sz="quarter" idx="11"/>
          </p:nvPr>
        </p:nvSpPr>
        <p:spPr bwMode="gray">
          <a:xfrm>
            <a:off x="2138611" y="2742133"/>
            <a:ext cx="2823209" cy="369332"/>
          </a:xfrm>
          <a:prstGeom prst="rect">
            <a:avLst/>
          </a:prstGeom>
        </p:spPr>
        <p:txBody>
          <a:bodyPr wrap="none">
            <a:spAutoFit/>
          </a:bodyPr>
          <a:lstStyle>
            <a:lvl1pPr>
              <a:buNone/>
              <a:defRPr sz="1800">
                <a:latin typeface="+mn-ea"/>
                <a:ea typeface="+mn-ea"/>
              </a:defRPr>
            </a:lvl1pPr>
          </a:lstStyle>
          <a:p>
            <a:pPr lvl="0"/>
            <a:r>
              <a:rPr kumimoji="1" lang="ja-JP" altLang="en-US"/>
              <a:t>マスタ テキストの書式設定</a:t>
            </a:r>
          </a:p>
        </p:txBody>
      </p:sp>
      <p:sp>
        <p:nvSpPr>
          <p:cNvPr id="44"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rPr>
              <a:t>© Hitachi, Ltd. 2023. All rights reserved.</a:t>
            </a:r>
          </a:p>
        </p:txBody>
      </p:sp>
    </p:spTree>
    <p:extLst>
      <p:ext uri="{BB962C8B-B14F-4D97-AF65-F5344CB8AC3E}">
        <p14:creationId xmlns:p14="http://schemas.microsoft.com/office/powerpoint/2010/main" val="34487692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2_タイトルのみ">
    <p:spTree>
      <p:nvGrpSpPr>
        <p:cNvPr id="1" name=""/>
        <p:cNvGrpSpPr/>
        <p:nvPr/>
      </p:nvGrpSpPr>
      <p:grpSpPr>
        <a:xfrm>
          <a:off x="0" y="0"/>
          <a:ext cx="0" cy="0"/>
          <a:chOff x="0" y="0"/>
          <a:chExt cx="0" cy="0"/>
        </a:xfrm>
      </p:grpSpPr>
      <p:sp>
        <p:nvSpPr>
          <p:cNvPr id="54" name="スライド番号プレースホルダ 2"/>
          <p:cNvSpPr>
            <a:spLocks noGrp="1"/>
          </p:cNvSpPr>
          <p:nvPr>
            <p:ph type="sldNum" sz="quarter" idx="10"/>
          </p:nvPr>
        </p:nvSpPr>
        <p:spPr bwMode="gray">
          <a:xfrm>
            <a:off x="8560361" y="4916262"/>
            <a:ext cx="488950" cy="228600"/>
          </a:xfrm>
          <a:prstGeom prst="rect">
            <a:avLst/>
          </a:prstGeom>
        </p:spPr>
        <p:txBody>
          <a:bodyPr/>
          <a:lstStyle>
            <a:lvl1pPr algn="r">
              <a:defRPr sz="1100" smtClean="0">
                <a:solidFill>
                  <a:schemeClr val="tx1"/>
                </a:solidFill>
                <a:latin typeface="+mj-lt"/>
                <a:ea typeface="+mn-ea"/>
                <a:cs typeface="Arial" pitchFamily="34" charset="0"/>
              </a:defRPr>
            </a:lvl1pPr>
          </a:lstStyle>
          <a:p>
            <a:pPr>
              <a:defRPr/>
            </a:pPr>
            <a:fld id="{790173A9-6621-4FFE-BC07-AC198BDD4C9A}" type="slidenum">
              <a:rPr lang="en-US" altLang="ja-JP" smtClean="0"/>
              <a:pPr>
                <a:defRPr/>
              </a:pPr>
              <a:t>‹#›</a:t>
            </a:fld>
            <a:endParaRPr lang="en-US" altLang="ja-JP"/>
          </a:p>
        </p:txBody>
      </p:sp>
      <p:sp>
        <p:nvSpPr>
          <p:cNvPr id="38"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39" name="グループ化 38"/>
          <p:cNvGrpSpPr/>
          <p:nvPr userDrawn="1"/>
        </p:nvGrpSpPr>
        <p:grpSpPr bwMode="gray">
          <a:xfrm>
            <a:off x="324488" y="2057426"/>
            <a:ext cx="8495663" cy="97488"/>
            <a:chOff x="324487" y="2057426"/>
            <a:chExt cx="8495663" cy="97488"/>
          </a:xfrm>
        </p:grpSpPr>
        <p:sp>
          <p:nvSpPr>
            <p:cNvPr id="40"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1" name="グループ化 16"/>
            <p:cNvGrpSpPr/>
            <p:nvPr/>
          </p:nvGrpSpPr>
          <p:grpSpPr bwMode="gray">
            <a:xfrm>
              <a:off x="324487" y="2057426"/>
              <a:ext cx="1938812" cy="97488"/>
              <a:chOff x="312738" y="2747963"/>
              <a:chExt cx="1970087" cy="109537"/>
            </a:xfrm>
          </p:grpSpPr>
          <p:sp>
            <p:nvSpPr>
              <p:cNvPr id="42" name="正方形/長方形 41"/>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3" name="正方形/長方形 42"/>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図 2">
            <a:extLst>
              <a:ext uri="{FF2B5EF4-FFF2-40B4-BE49-F238E27FC236}">
                <a16:creationId xmlns:a16="http://schemas.microsoft.com/office/drawing/2014/main" id="{B277164B-02F1-3C6E-2FFA-D48730E3C54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spTree>
    <p:extLst>
      <p:ext uri="{BB962C8B-B14F-4D97-AF65-F5344CB8AC3E}">
        <p14:creationId xmlns:p14="http://schemas.microsoft.com/office/powerpoint/2010/main" val="23241799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3_タイトルのみ">
    <p:spTree>
      <p:nvGrpSpPr>
        <p:cNvPr id="1" name=""/>
        <p:cNvGrpSpPr/>
        <p:nvPr/>
      </p:nvGrpSpPr>
      <p:grpSpPr>
        <a:xfrm>
          <a:off x="0" y="0"/>
          <a:ext cx="0" cy="0"/>
          <a:chOff x="0" y="0"/>
          <a:chExt cx="0" cy="0"/>
        </a:xfrm>
      </p:grpSpPr>
      <p:sp>
        <p:nvSpPr>
          <p:cNvPr id="54" name="スライド番号プレースホルダ 2"/>
          <p:cNvSpPr txBox="1">
            <a:spLocks/>
          </p:cNvSpPr>
          <p:nvPr userDrawn="1"/>
        </p:nvSpPr>
        <p:spPr bwMode="gray">
          <a:xfrm>
            <a:off x="8560361"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378"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378"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39" name="Text Box 13"/>
          <p:cNvSpPr txBox="1">
            <a:spLocks noChangeArrowheads="1"/>
          </p:cNvSpPr>
          <p:nvPr userDrawn="1"/>
        </p:nvSpPr>
        <p:spPr bwMode="gray">
          <a:xfrm>
            <a:off x="6948764" y="4949430"/>
            <a:ext cx="1744388" cy="200055"/>
          </a:xfrm>
          <a:prstGeom prst="rect">
            <a:avLst/>
          </a:prstGeom>
          <a:noFill/>
          <a:ln w="25400">
            <a:noFill/>
            <a:miter lim="800000"/>
            <a:headEnd/>
            <a:tailEnd/>
          </a:ln>
        </p:spPr>
        <p:txBody>
          <a:bodyPr wrap="none">
            <a:spAutoFit/>
          </a:bodyPr>
          <a:lstStyle/>
          <a:p>
            <a:pPr algn="r">
              <a:spcBef>
                <a:spcPct val="50000"/>
              </a:spcBef>
              <a:defRPr/>
            </a:pPr>
            <a:r>
              <a:rPr kumimoji="0" lang="en-US" altLang="ja-JP" sz="700">
                <a:solidFill>
                  <a:schemeClr val="tx1"/>
                </a:solidFill>
                <a:latin typeface="Yu Gothic UI" panose="020B0500000000000000" pitchFamily="50" charset="-128"/>
                <a:ea typeface="Yu Gothic UI" panose="020B0500000000000000" pitchFamily="50" charset="-128"/>
                <a:cs typeface="Arial" panose="020B0604020202020204" pitchFamily="34" charset="0"/>
              </a:rPr>
              <a:t>© Hitachi, Ltd. 2023. All rights reserved.</a:t>
            </a:r>
          </a:p>
        </p:txBody>
      </p:sp>
      <p:grpSp>
        <p:nvGrpSpPr>
          <p:cNvPr id="40" name="グループ化 39"/>
          <p:cNvGrpSpPr/>
          <p:nvPr userDrawn="1"/>
        </p:nvGrpSpPr>
        <p:grpSpPr bwMode="gray">
          <a:xfrm>
            <a:off x="324488" y="2057426"/>
            <a:ext cx="8495663" cy="97488"/>
            <a:chOff x="324487" y="2057426"/>
            <a:chExt cx="8495663" cy="97488"/>
          </a:xfrm>
        </p:grpSpPr>
        <p:sp>
          <p:nvSpPr>
            <p:cNvPr id="41" name="正方形/長方形 11"/>
            <p:cNvSpPr>
              <a:spLocks noChangeArrowheads="1"/>
            </p:cNvSpPr>
            <p:nvPr/>
          </p:nvSpPr>
          <p:spPr bwMode="gray">
            <a:xfrm>
              <a:off x="324489" y="2057426"/>
              <a:ext cx="8495661" cy="97488"/>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1800"/>
            </a:p>
          </p:txBody>
        </p:sp>
        <p:grpSp>
          <p:nvGrpSpPr>
            <p:cNvPr id="42" name="グループ化 16"/>
            <p:cNvGrpSpPr/>
            <p:nvPr/>
          </p:nvGrpSpPr>
          <p:grpSpPr bwMode="gray">
            <a:xfrm>
              <a:off x="324487" y="2057426"/>
              <a:ext cx="1938812" cy="97488"/>
              <a:chOff x="312738" y="2747963"/>
              <a:chExt cx="1970087" cy="109537"/>
            </a:xfrm>
          </p:grpSpPr>
          <p:sp>
            <p:nvSpPr>
              <p:cNvPr id="43" name="正方形/長方形 42"/>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44" name="正方形/長方形 43"/>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4" name="図 3">
            <a:extLst>
              <a:ext uri="{FF2B5EF4-FFF2-40B4-BE49-F238E27FC236}">
                <a16:creationId xmlns:a16="http://schemas.microsoft.com/office/drawing/2014/main" id="{E88869A0-5FEC-7FC7-12BF-D560312D1FF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861472" y="216721"/>
            <a:ext cx="2139325" cy="837872"/>
          </a:xfrm>
          <a:prstGeom prst="rect">
            <a:avLst/>
          </a:prstGeom>
        </p:spPr>
      </p:pic>
    </p:spTree>
    <p:extLst>
      <p:ext uri="{BB962C8B-B14F-4D97-AF65-F5344CB8AC3E}">
        <p14:creationId xmlns:p14="http://schemas.microsoft.com/office/powerpoint/2010/main" val="37956157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コンテンツスライド１_枠あり">
    <p:spTree>
      <p:nvGrpSpPr>
        <p:cNvPr id="1" name=""/>
        <p:cNvGrpSpPr/>
        <p:nvPr/>
      </p:nvGrpSpPr>
      <p:grpSpPr>
        <a:xfrm>
          <a:off x="0" y="0"/>
          <a:ext cx="0" cy="0"/>
          <a:chOff x="0" y="0"/>
          <a:chExt cx="0" cy="0"/>
        </a:xfrm>
      </p:grpSpPr>
      <p:sp>
        <p:nvSpPr>
          <p:cNvPr id="36" name="スライド番号プレースホルダ 2"/>
          <p:cNvSpPr txBox="1">
            <a:spLocks/>
          </p:cNvSpPr>
          <p:nvPr userDrawn="1"/>
        </p:nvSpPr>
        <p:spPr bwMode="gray">
          <a:xfrm>
            <a:off x="8560362" y="4916262"/>
            <a:ext cx="488950" cy="228600"/>
          </a:xfrm>
          <a:prstGeom prst="rect">
            <a:avLst/>
          </a:prstGeom>
        </p:spPr>
        <p:txBody>
          <a:bodyPr/>
          <a:lstStyle>
            <a:lvl1pPr algn="r">
              <a:defRPr sz="1100" smtClean="0">
                <a:latin typeface="Arial" pitchFamily="34" charset="0"/>
                <a:cs typeface="Arial" pitchFamily="34" charset="0"/>
              </a:defRPr>
            </a:lvl1pPr>
          </a:lstStyle>
          <a:p>
            <a:pPr marL="0" marR="0" lvl="0" indent="0" algn="r" defTabSz="914333" rtl="0" eaLnBrk="1" fontAlgn="base" latinLnBrk="0" hangingPunct="1">
              <a:lnSpc>
                <a:spcPct val="90000"/>
              </a:lnSpc>
              <a:spcBef>
                <a:spcPct val="0"/>
              </a:spcBef>
              <a:spcAft>
                <a:spcPct val="0"/>
              </a:spcAft>
              <a:buClrTx/>
              <a:buSzTx/>
              <a:buFontTx/>
              <a:buNone/>
              <a:tabLst/>
              <a:defRPr/>
            </a:pPr>
            <a:fld id="{790173A9-6621-4FFE-BC07-AC198BDD4C9A}" type="slidenum">
              <a:rPr kumimoji="1" lang="en-US" altLang="ja-JP" sz="1100" b="0" i="0" u="none" strike="noStrike" kern="1200" cap="none" spc="0" normalizeH="0" baseline="0" noProof="0" smtClean="0">
                <a:ln>
                  <a:noFill/>
                </a:ln>
                <a:solidFill>
                  <a:schemeClr val="tx1"/>
                </a:solidFill>
                <a:effectLst/>
                <a:uLnTx/>
                <a:uFillTx/>
                <a:latin typeface="+mj-lt"/>
                <a:ea typeface="+mn-ea"/>
                <a:cs typeface="Arial" pitchFamily="34" charset="0"/>
              </a:rPr>
              <a:pPr marL="0" marR="0" lvl="0" indent="0" algn="r" defTabSz="914333" rtl="0" eaLnBrk="1" fontAlgn="base" latinLnBrk="0" hangingPunct="1">
                <a:lnSpc>
                  <a:spcPct val="90000"/>
                </a:lnSpc>
                <a:spcBef>
                  <a:spcPct val="0"/>
                </a:spcBef>
                <a:spcAft>
                  <a:spcPct val="0"/>
                </a:spcAft>
                <a:buClrTx/>
                <a:buSzTx/>
                <a:buFontTx/>
                <a:buNone/>
                <a:tabLst/>
                <a:defRPr/>
              </a:pPr>
              <a:t>‹#›</a:t>
            </a:fld>
            <a:endParaRPr kumimoji="1" lang="en-US" altLang="ja-JP" sz="1100" b="0" i="0" u="none" strike="noStrike" kern="1200" cap="none" spc="0" normalizeH="0" baseline="0" noProof="0">
              <a:ln>
                <a:noFill/>
              </a:ln>
              <a:solidFill>
                <a:schemeClr val="tx1"/>
              </a:solidFill>
              <a:effectLst/>
              <a:uLnTx/>
              <a:uFillTx/>
              <a:latin typeface="+mj-lt"/>
              <a:ea typeface="+mn-ea"/>
              <a:cs typeface="Arial" pitchFamily="34" charset="0"/>
            </a:endParaRPr>
          </a:p>
        </p:txBody>
      </p:sp>
      <p:sp>
        <p:nvSpPr>
          <p:cNvPr id="73" name="正方形/長方形 11"/>
          <p:cNvSpPr>
            <a:spLocks noChangeArrowheads="1"/>
          </p:cNvSpPr>
          <p:nvPr userDrawn="1"/>
        </p:nvSpPr>
        <p:spPr bwMode="gray">
          <a:xfrm>
            <a:off x="0" y="595776"/>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600"/>
          </a:p>
        </p:txBody>
      </p:sp>
      <p:grpSp>
        <p:nvGrpSpPr>
          <p:cNvPr id="74" name="グループ化 62"/>
          <p:cNvGrpSpPr/>
          <p:nvPr userDrawn="1"/>
        </p:nvGrpSpPr>
        <p:grpSpPr bwMode="gray">
          <a:xfrm>
            <a:off x="-1" y="595776"/>
            <a:ext cx="1318393" cy="66292"/>
            <a:chOff x="312738" y="2747963"/>
            <a:chExt cx="1970087" cy="109537"/>
          </a:xfrm>
        </p:grpSpPr>
        <p:sp>
          <p:nvSpPr>
            <p:cNvPr id="75" name="正方形/長方形 74"/>
            <p:cNvSpPr/>
            <p:nvPr/>
          </p:nvSpPr>
          <p:spPr bwMode="gray">
            <a:xfrm>
              <a:off x="312738" y="2747963"/>
              <a:ext cx="1970087" cy="109537"/>
            </a:xfrm>
            <a:prstGeom prst="rect">
              <a:avLst/>
            </a:prstGeom>
            <a:solidFill>
              <a:srgbClr val="FF0026"/>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6" name="正方形/長方形 75"/>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pic>
        <p:nvPicPr>
          <p:cNvPr id="49" name="図 48" descr="ea60_010_030_dwin.wmf"/>
          <p:cNvPicPr>
            <a:picLocks noChangeAspect="1"/>
          </p:cNvPicPr>
          <p:nvPr userDrawn="1"/>
        </p:nvPicPr>
        <p:blipFill>
          <a:blip r:embed="rId2"/>
          <a:stretch>
            <a:fillRect/>
          </a:stretch>
        </p:blipFill>
        <p:spPr>
          <a:xfrm>
            <a:off x="7774175" y="138118"/>
            <a:ext cx="1195200" cy="342857"/>
          </a:xfrm>
          <a:prstGeom prst="rect">
            <a:avLst/>
          </a:prstGeom>
        </p:spPr>
      </p:pic>
      <p:sp>
        <p:nvSpPr>
          <p:cNvPr id="18" name="タイトル 1">
            <a:extLst>
              <a:ext uri="{FF2B5EF4-FFF2-40B4-BE49-F238E27FC236}">
                <a16:creationId xmlns:a16="http://schemas.microsoft.com/office/drawing/2014/main" id="{283013FE-5037-471B-9A23-6CD70D4C5C03}"/>
              </a:ext>
            </a:extLst>
          </p:cNvPr>
          <p:cNvSpPr>
            <a:spLocks noGrp="1"/>
          </p:cNvSpPr>
          <p:nvPr>
            <p:ph type="title" hasCustomPrompt="1"/>
          </p:nvPr>
        </p:nvSpPr>
        <p:spPr bwMode="gray">
          <a:xfrm>
            <a:off x="113192" y="124224"/>
            <a:ext cx="7486488" cy="432220"/>
          </a:xfrm>
          <a:prstGeom prst="rect">
            <a:avLst/>
          </a:prstGeom>
        </p:spPr>
        <p:txBody>
          <a:bodyPr wrap="square" tIns="108000" anchor="ctr">
            <a:spAutoFit/>
          </a:bodyPr>
          <a:lstStyle>
            <a:lvl1pPr>
              <a:defRPr sz="2000" b="1">
                <a:solidFill>
                  <a:schemeClr val="tx1"/>
                </a:solidFill>
                <a:latin typeface="+mj-ea"/>
                <a:ea typeface="+mj-ea"/>
              </a:defRPr>
            </a:lvl1pPr>
          </a:lstStyle>
          <a:p>
            <a:r>
              <a:rPr lang="en-US" altLang="ja-JP"/>
              <a:t>1-1 </a:t>
            </a:r>
            <a:r>
              <a:rPr lang="ja-JP" altLang="en-US"/>
              <a:t>コンテンツタイトル メイリオ </a:t>
            </a:r>
            <a:r>
              <a:rPr lang="en-US" altLang="ja-JP"/>
              <a:t>20pt</a:t>
            </a:r>
            <a:endParaRPr lang="ja-JP" altLang="en-US"/>
          </a:p>
        </p:txBody>
      </p:sp>
      <p:sp>
        <p:nvSpPr>
          <p:cNvPr id="21" name="テキスト プレースホルダ 48">
            <a:extLst>
              <a:ext uri="{FF2B5EF4-FFF2-40B4-BE49-F238E27FC236}">
                <a16:creationId xmlns:a16="http://schemas.microsoft.com/office/drawing/2014/main" id="{8843CE23-A00E-45D2-A8EA-516014066143}"/>
              </a:ext>
            </a:extLst>
          </p:cNvPr>
          <p:cNvSpPr>
            <a:spLocks noGrp="1"/>
          </p:cNvSpPr>
          <p:nvPr>
            <p:ph type="body" sz="quarter" idx="12" hasCustomPrompt="1"/>
          </p:nvPr>
        </p:nvSpPr>
        <p:spPr bwMode="gray">
          <a:xfrm>
            <a:off x="0" y="638920"/>
            <a:ext cx="9144000" cy="854580"/>
          </a:xfrm>
          <a:prstGeom prst="rect">
            <a:avLst/>
          </a:prstGeom>
          <a:noFill/>
        </p:spPr>
        <p:txBody>
          <a:bodyPr wrap="square" tIns="108000" anchor="t">
            <a:spAutoFit/>
          </a:bodyPr>
          <a:lstStyle>
            <a:lvl1pPr>
              <a:defRPr lang="ja-JP" altLang="en-US" sz="2200" b="1" kern="0" dirty="0">
                <a:solidFill>
                  <a:schemeClr val="accent1"/>
                </a:solidFill>
                <a:latin typeface="+mj-ea"/>
                <a:ea typeface="+mj-ea"/>
                <a:cs typeface="+mj-cs"/>
              </a:defRPr>
            </a:lvl1pPr>
          </a:lstStyle>
          <a:p>
            <a:pPr marL="266681" lvl="0" indent="-177787">
              <a:lnSpc>
                <a:spcPct val="110000"/>
              </a:lnSpc>
              <a:spcBef>
                <a:spcPct val="0"/>
              </a:spcBef>
              <a:buFont typeface="Arial" panose="020B0604020202020204" pitchFamily="34" charset="0"/>
            </a:pPr>
            <a:r>
              <a:rPr kumimoji="1" lang="ja-JP" altLang="en-US"/>
              <a:t>キーメッセージ：このページのポイントを簡潔に記載してください</a:t>
            </a:r>
            <a:endParaRPr kumimoji="1" lang="en-US" altLang="ja-JP"/>
          </a:p>
          <a:p>
            <a:pPr marL="266681" lvl="0" indent="-177787">
              <a:lnSpc>
                <a:spcPct val="110000"/>
              </a:lnSpc>
              <a:spcBef>
                <a:spcPct val="0"/>
              </a:spcBef>
              <a:buFont typeface="Arial" panose="020B0604020202020204" pitchFamily="34" charset="0"/>
            </a:pPr>
            <a:r>
              <a:rPr kumimoji="1" lang="ja-JP" altLang="en-US"/>
              <a:t>メイリオ </a:t>
            </a:r>
            <a:r>
              <a:rPr kumimoji="1" lang="en-US" altLang="ja-JP"/>
              <a:t>22pt</a:t>
            </a:r>
            <a:r>
              <a:rPr kumimoji="1" lang="ja-JP" altLang="en-US"/>
              <a:t> </a:t>
            </a:r>
            <a:r>
              <a:rPr kumimoji="1" lang="en-US" altLang="ja-JP"/>
              <a:t>2</a:t>
            </a:r>
            <a:r>
              <a:rPr kumimoji="1" lang="ja-JP" altLang="en-US"/>
              <a:t>行以内</a:t>
            </a:r>
          </a:p>
        </p:txBody>
      </p:sp>
      <p:sp>
        <p:nvSpPr>
          <p:cNvPr id="15" name="テキスト プレースホルダ 48">
            <a:extLst>
              <a:ext uri="{FF2B5EF4-FFF2-40B4-BE49-F238E27FC236}">
                <a16:creationId xmlns:a16="http://schemas.microsoft.com/office/drawing/2014/main" id="{C0BE9E64-2F17-4163-BBCD-BA33538B98DB}"/>
              </a:ext>
            </a:extLst>
          </p:cNvPr>
          <p:cNvSpPr>
            <a:spLocks noGrp="1"/>
          </p:cNvSpPr>
          <p:nvPr>
            <p:ph type="body" sz="quarter" idx="13" hasCustomPrompt="1"/>
          </p:nvPr>
        </p:nvSpPr>
        <p:spPr bwMode="gray">
          <a:xfrm>
            <a:off x="198441" y="4698480"/>
            <a:ext cx="8747122" cy="307777"/>
          </a:xfrm>
          <a:prstGeom prst="rect">
            <a:avLst/>
          </a:prstGeom>
        </p:spPr>
        <p:txBody>
          <a:bodyPr wrap="square">
            <a:spAutoFit/>
          </a:bodyPr>
          <a:lstStyle>
            <a:lvl1pPr>
              <a:buNone/>
              <a:defRPr sz="1400" b="0">
                <a:latin typeface="+mn-ea"/>
                <a:ea typeface="+mn-ea"/>
              </a:defRPr>
            </a:lvl1pPr>
          </a:lstStyle>
          <a:p>
            <a:pPr lvl="0"/>
            <a:r>
              <a:rPr kumimoji="1" lang="en-US" altLang="ja-JP"/>
              <a:t>※1</a:t>
            </a:r>
            <a:r>
              <a:rPr kumimoji="1" lang="ja-JP" altLang="en-US"/>
              <a:t>：</a:t>
            </a:r>
            <a:r>
              <a:rPr kumimoji="1" lang="en-US" altLang="ja-JP"/>
              <a:t>XXXXXX </a:t>
            </a:r>
            <a:r>
              <a:rPr kumimoji="1" lang="ja-JP" altLang="en-US"/>
              <a:t>（脚注または出典：メイリオ ～</a:t>
            </a:r>
            <a:r>
              <a:rPr kumimoji="1" lang="en-US" altLang="ja-JP"/>
              <a:t>14pt</a:t>
            </a:r>
            <a:r>
              <a:rPr kumimoji="1" lang="ja-JP" altLang="en-US"/>
              <a:t>）</a:t>
            </a:r>
          </a:p>
        </p:txBody>
      </p:sp>
    </p:spTree>
    <p:extLst>
      <p:ext uri="{BB962C8B-B14F-4D97-AF65-F5344CB8AC3E}">
        <p14:creationId xmlns:p14="http://schemas.microsoft.com/office/powerpoint/2010/main" val="3061074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theme" Target="../theme/theme2.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510701"/>
      </p:ext>
    </p:extLst>
  </p:cSld>
  <p:clrMap bg1="lt1" tx1="dk1" bg2="lt2" tx2="dk2" accent1="accent1" accent2="accent2" accent3="accent3" accent4="accent4" accent5="accent5" accent6="accent6" hlink="hlink" folHlink="folHlink"/>
  <p:sldLayoutIdLst>
    <p:sldLayoutId id="2147483686" r:id="rId1"/>
    <p:sldLayoutId id="2147483681" r:id="rId2"/>
    <p:sldLayoutId id="2147483688" r:id="rId3"/>
    <p:sldLayoutId id="2147483689" r:id="rId4"/>
    <p:sldLayoutId id="2147483690" r:id="rId5"/>
    <p:sldLayoutId id="2147483694" r:id="rId6"/>
    <p:sldLayoutId id="2147483696" r:id="rId7"/>
    <p:sldLayoutId id="2147483691" r:id="rId8"/>
    <p:sldLayoutId id="2147483683" r:id="rId9"/>
  </p:sldLayoutIdLst>
  <p:hf hdr="0" ftr="0" dt="0"/>
  <p:txStyles>
    <p:titleStyle>
      <a:lvl1pPr algn="l" rtl="0" fontAlgn="base">
        <a:lnSpc>
          <a:spcPct val="90000"/>
        </a:lnSpc>
        <a:spcBef>
          <a:spcPct val="0"/>
        </a:spcBef>
        <a:spcAft>
          <a:spcPct val="0"/>
        </a:spcAft>
        <a:defRPr kumimoji="1" sz="2600">
          <a:solidFill>
            <a:schemeClr val="bg1"/>
          </a:solidFill>
          <a:latin typeface="+mj-lt"/>
          <a:ea typeface="+mj-ea"/>
          <a:cs typeface="+mj-cs"/>
        </a:defRPr>
      </a:lvl1pPr>
      <a:lvl2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600">
          <a:solidFill>
            <a:schemeClr val="bg1"/>
          </a:solidFill>
          <a:latin typeface="Arial" charset="0"/>
          <a:ea typeface="HGPｺﾞｼｯｸE" pitchFamily="50" charset="-128"/>
        </a:defRPr>
      </a:lvl5pPr>
      <a:lvl6pPr marL="4572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6pPr>
      <a:lvl7pPr marL="9144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7pPr>
      <a:lvl8pPr marL="13716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8pPr>
      <a:lvl9pPr marL="1828800" algn="l" rtl="0" fontAlgn="base">
        <a:lnSpc>
          <a:spcPct val="90000"/>
        </a:lnSpc>
        <a:spcBef>
          <a:spcPct val="0"/>
        </a:spcBef>
        <a:spcAft>
          <a:spcPct val="0"/>
        </a:spcAft>
        <a:defRPr kumimoji="1" sz="2600">
          <a:solidFill>
            <a:schemeClr val="bg1"/>
          </a:solidFill>
          <a:latin typeface="Arial" charset="0"/>
          <a:ea typeface="HGPｺﾞｼｯｸE" pitchFamily="50" charset="-128"/>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3" name="Rectangle 2">
            <a:hlinkClick r:id="" action="ppaction://noaction"/>
          </p:cNvPr>
          <p:cNvSpPr/>
          <p:nvPr/>
        </p:nvSpPr>
        <p:spPr>
          <a:xfrm>
            <a:off x="7857368" y="3"/>
            <a:ext cx="1286635" cy="636535"/>
          </a:xfrm>
          <a:prstGeom prst="rect">
            <a:avLst/>
          </a:prstGeom>
          <a:noFill/>
        </p:spPr>
        <p:txBody>
          <a:bodyPr wrap="none" lIns="57150" tIns="28575" rIns="57150" bIns="28575" rtlCol="0" anchor="ctr" anchorCtr="0">
            <a:noAutofit/>
          </a:bodyPr>
          <a:lstStyle/>
          <a:p>
            <a:pPr marL="285736" algn="ctr" defTabSz="457178" fontAlgn="auto">
              <a:lnSpc>
                <a:spcPct val="100000"/>
              </a:lnSpc>
              <a:spcBef>
                <a:spcPts val="0"/>
              </a:spcBef>
              <a:spcAft>
                <a:spcPts val="0"/>
              </a:spcAft>
            </a:pPr>
            <a:endParaRPr kumimoji="0" lang="en-US" sz="1813">
              <a:solidFill>
                <a:prstClr val="white"/>
              </a:solidFill>
              <a:latin typeface="Arial" pitchFamily="34" charset="0"/>
              <a:cs typeface="Arial" pitchFamily="34" charset="0"/>
            </a:endParaRPr>
          </a:p>
        </p:txBody>
      </p:sp>
    </p:spTree>
    <p:extLst>
      <p:ext uri="{BB962C8B-B14F-4D97-AF65-F5344CB8AC3E}">
        <p14:creationId xmlns:p14="http://schemas.microsoft.com/office/powerpoint/2010/main" val="3628826442"/>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Lst>
  <p:hf hdr="0" ftr="0" dt="0"/>
  <p:txStyles>
    <p:titleStyle>
      <a:lvl1pPr algn="l" rtl="0" fontAlgn="base">
        <a:lnSpc>
          <a:spcPct val="90000"/>
        </a:lnSpc>
        <a:spcBef>
          <a:spcPct val="0"/>
        </a:spcBef>
        <a:spcAft>
          <a:spcPct val="0"/>
        </a:spcAft>
        <a:defRPr kumimoji="1" sz="2100">
          <a:solidFill>
            <a:schemeClr val="bg1"/>
          </a:solidFill>
          <a:latin typeface="+mj-lt"/>
          <a:ea typeface="+mj-ea"/>
          <a:cs typeface="+mj-cs"/>
        </a:defRPr>
      </a:lvl1pPr>
      <a:lvl2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2pPr>
      <a:lvl3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3pPr>
      <a:lvl4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4pPr>
      <a:lvl5pPr algn="l" rtl="0" fontAlgn="base">
        <a:lnSpc>
          <a:spcPct val="90000"/>
        </a:lnSpc>
        <a:spcBef>
          <a:spcPct val="0"/>
        </a:spcBef>
        <a:spcAft>
          <a:spcPct val="0"/>
        </a:spcAft>
        <a:defRPr kumimoji="1" sz="2100">
          <a:solidFill>
            <a:schemeClr val="bg1"/>
          </a:solidFill>
          <a:latin typeface="Arial" charset="0"/>
          <a:ea typeface="HGPｺﾞｼｯｸE" pitchFamily="50" charset="-128"/>
        </a:defRPr>
      </a:lvl5pPr>
      <a:lvl6pPr marL="457124" algn="l" rtl="0" fontAlgn="base">
        <a:lnSpc>
          <a:spcPct val="90000"/>
        </a:lnSpc>
        <a:spcBef>
          <a:spcPct val="0"/>
        </a:spcBef>
        <a:spcAft>
          <a:spcPct val="0"/>
        </a:spcAft>
        <a:defRPr kumimoji="1" sz="2100">
          <a:solidFill>
            <a:schemeClr val="bg1"/>
          </a:solidFill>
          <a:latin typeface="Arial" charset="0"/>
          <a:ea typeface="HGPｺﾞｼｯｸE" pitchFamily="50" charset="-128"/>
        </a:defRPr>
      </a:lvl6pPr>
      <a:lvl7pPr marL="914252" algn="l" rtl="0" fontAlgn="base">
        <a:lnSpc>
          <a:spcPct val="90000"/>
        </a:lnSpc>
        <a:spcBef>
          <a:spcPct val="0"/>
        </a:spcBef>
        <a:spcAft>
          <a:spcPct val="0"/>
        </a:spcAft>
        <a:defRPr kumimoji="1" sz="2100">
          <a:solidFill>
            <a:schemeClr val="bg1"/>
          </a:solidFill>
          <a:latin typeface="Arial" charset="0"/>
          <a:ea typeface="HGPｺﾞｼｯｸE" pitchFamily="50" charset="-128"/>
        </a:defRPr>
      </a:lvl7pPr>
      <a:lvl8pPr marL="1371377" algn="l" rtl="0" fontAlgn="base">
        <a:lnSpc>
          <a:spcPct val="90000"/>
        </a:lnSpc>
        <a:spcBef>
          <a:spcPct val="0"/>
        </a:spcBef>
        <a:spcAft>
          <a:spcPct val="0"/>
        </a:spcAft>
        <a:defRPr kumimoji="1" sz="2100">
          <a:solidFill>
            <a:schemeClr val="bg1"/>
          </a:solidFill>
          <a:latin typeface="Arial" charset="0"/>
          <a:ea typeface="HGPｺﾞｼｯｸE" pitchFamily="50" charset="-128"/>
        </a:defRPr>
      </a:lvl8pPr>
      <a:lvl9pPr marL="1828502" algn="l" rtl="0" fontAlgn="base">
        <a:lnSpc>
          <a:spcPct val="90000"/>
        </a:lnSpc>
        <a:spcBef>
          <a:spcPct val="0"/>
        </a:spcBef>
        <a:spcAft>
          <a:spcPct val="0"/>
        </a:spcAft>
        <a:defRPr kumimoji="1" sz="2100">
          <a:solidFill>
            <a:schemeClr val="bg1"/>
          </a:solidFill>
          <a:latin typeface="Arial" charset="0"/>
          <a:ea typeface="HGPｺﾞｼｯｸE" pitchFamily="50" charset="-128"/>
        </a:defRPr>
      </a:lvl9pPr>
    </p:titleStyle>
    <p:bodyStyle>
      <a:lvl1pPr marL="342845" indent="-342845" algn="l" rtl="0" fontAlgn="base">
        <a:spcBef>
          <a:spcPct val="20000"/>
        </a:spcBef>
        <a:spcAft>
          <a:spcPct val="0"/>
        </a:spcAft>
        <a:buChar char="•"/>
        <a:defRPr kumimoji="1" sz="2550">
          <a:solidFill>
            <a:schemeClr val="tx1"/>
          </a:solidFill>
          <a:latin typeface="+mn-lt"/>
          <a:ea typeface="+mn-ea"/>
          <a:cs typeface="+mn-cs"/>
        </a:defRPr>
      </a:lvl1pPr>
      <a:lvl2pPr marL="742829" indent="-285704" algn="l" rtl="0" fontAlgn="base">
        <a:spcBef>
          <a:spcPct val="20000"/>
        </a:spcBef>
        <a:spcAft>
          <a:spcPct val="0"/>
        </a:spcAft>
        <a:buChar char="–"/>
        <a:defRPr kumimoji="1" sz="2250">
          <a:solidFill>
            <a:schemeClr val="tx1"/>
          </a:solidFill>
          <a:latin typeface="+mn-lt"/>
          <a:ea typeface="+mn-ea"/>
        </a:defRPr>
      </a:lvl2pPr>
      <a:lvl3pPr marL="1142815" indent="-228563" algn="l" rtl="0" fontAlgn="base">
        <a:spcBef>
          <a:spcPct val="20000"/>
        </a:spcBef>
        <a:spcAft>
          <a:spcPct val="0"/>
        </a:spcAft>
        <a:buChar char="•"/>
        <a:defRPr kumimoji="1" sz="1900">
          <a:solidFill>
            <a:schemeClr val="tx1"/>
          </a:solidFill>
          <a:latin typeface="+mn-lt"/>
          <a:ea typeface="+mn-ea"/>
        </a:defRPr>
      </a:lvl3pPr>
      <a:lvl4pPr marL="1599939" indent="-228563" algn="l" rtl="0" fontAlgn="base">
        <a:spcBef>
          <a:spcPct val="20000"/>
        </a:spcBef>
        <a:spcAft>
          <a:spcPct val="0"/>
        </a:spcAft>
        <a:buChar char="–"/>
        <a:defRPr kumimoji="1" sz="1600">
          <a:solidFill>
            <a:schemeClr val="tx1"/>
          </a:solidFill>
          <a:latin typeface="+mn-lt"/>
          <a:ea typeface="+mn-ea"/>
        </a:defRPr>
      </a:lvl4pPr>
      <a:lvl5pPr marL="2057065" indent="-228563" algn="l" rtl="0" fontAlgn="base">
        <a:spcBef>
          <a:spcPct val="20000"/>
        </a:spcBef>
        <a:spcAft>
          <a:spcPct val="0"/>
        </a:spcAft>
        <a:buChar char="»"/>
        <a:defRPr kumimoji="1" sz="1600">
          <a:solidFill>
            <a:schemeClr val="tx1"/>
          </a:solidFill>
          <a:latin typeface="+mn-lt"/>
          <a:ea typeface="+mn-ea"/>
        </a:defRPr>
      </a:lvl5pPr>
      <a:lvl6pPr marL="2514191" indent="-228563" algn="l" rtl="0" fontAlgn="base">
        <a:spcBef>
          <a:spcPct val="20000"/>
        </a:spcBef>
        <a:spcAft>
          <a:spcPct val="0"/>
        </a:spcAft>
        <a:buChar char="»"/>
        <a:defRPr kumimoji="1" sz="1600">
          <a:solidFill>
            <a:schemeClr val="tx1"/>
          </a:solidFill>
          <a:latin typeface="+mn-lt"/>
          <a:ea typeface="+mn-ea"/>
        </a:defRPr>
      </a:lvl6pPr>
      <a:lvl7pPr marL="2971316" indent="-228563" algn="l" rtl="0" fontAlgn="base">
        <a:spcBef>
          <a:spcPct val="20000"/>
        </a:spcBef>
        <a:spcAft>
          <a:spcPct val="0"/>
        </a:spcAft>
        <a:buChar char="»"/>
        <a:defRPr kumimoji="1" sz="1600">
          <a:solidFill>
            <a:schemeClr val="tx1"/>
          </a:solidFill>
          <a:latin typeface="+mn-lt"/>
          <a:ea typeface="+mn-ea"/>
        </a:defRPr>
      </a:lvl7pPr>
      <a:lvl8pPr marL="3428441" indent="-228563" algn="l" rtl="0" fontAlgn="base">
        <a:spcBef>
          <a:spcPct val="20000"/>
        </a:spcBef>
        <a:spcAft>
          <a:spcPct val="0"/>
        </a:spcAft>
        <a:buChar char="»"/>
        <a:defRPr kumimoji="1" sz="1600">
          <a:solidFill>
            <a:schemeClr val="tx1"/>
          </a:solidFill>
          <a:latin typeface="+mn-lt"/>
          <a:ea typeface="+mn-ea"/>
        </a:defRPr>
      </a:lvl8pPr>
      <a:lvl9pPr marL="3885566" indent="-228563" algn="l" rtl="0" fontAlgn="base">
        <a:spcBef>
          <a:spcPct val="20000"/>
        </a:spcBef>
        <a:spcAft>
          <a:spcPct val="0"/>
        </a:spcAft>
        <a:buChar char="»"/>
        <a:defRPr kumimoji="1" sz="1600">
          <a:solidFill>
            <a:schemeClr val="tx1"/>
          </a:solidFill>
          <a:latin typeface="+mn-lt"/>
          <a:ea typeface="+mn-ea"/>
        </a:defRPr>
      </a:lvl9pPr>
    </p:bodyStyle>
    <p:otherStyle>
      <a:defPPr>
        <a:defRPr lang="ja-JP"/>
      </a:defPPr>
      <a:lvl1pPr marL="0" algn="l" defTabSz="914252" rtl="0" eaLnBrk="1" latinLnBrk="0" hangingPunct="1">
        <a:defRPr kumimoji="1" sz="1450" kern="1200">
          <a:solidFill>
            <a:schemeClr val="tx1"/>
          </a:solidFill>
          <a:latin typeface="+mn-lt"/>
          <a:ea typeface="+mn-ea"/>
          <a:cs typeface="+mn-cs"/>
        </a:defRPr>
      </a:lvl1pPr>
      <a:lvl2pPr marL="457124" algn="l" defTabSz="914252" rtl="0" eaLnBrk="1" latinLnBrk="0" hangingPunct="1">
        <a:defRPr kumimoji="1" sz="1450" kern="1200">
          <a:solidFill>
            <a:schemeClr val="tx1"/>
          </a:solidFill>
          <a:latin typeface="+mn-lt"/>
          <a:ea typeface="+mn-ea"/>
          <a:cs typeface="+mn-cs"/>
        </a:defRPr>
      </a:lvl2pPr>
      <a:lvl3pPr marL="914252" algn="l" defTabSz="914252" rtl="0" eaLnBrk="1" latinLnBrk="0" hangingPunct="1">
        <a:defRPr kumimoji="1" sz="1450" kern="1200">
          <a:solidFill>
            <a:schemeClr val="tx1"/>
          </a:solidFill>
          <a:latin typeface="+mn-lt"/>
          <a:ea typeface="+mn-ea"/>
          <a:cs typeface="+mn-cs"/>
        </a:defRPr>
      </a:lvl3pPr>
      <a:lvl4pPr marL="1371377" algn="l" defTabSz="914252" rtl="0" eaLnBrk="1" latinLnBrk="0" hangingPunct="1">
        <a:defRPr kumimoji="1" sz="1450" kern="1200">
          <a:solidFill>
            <a:schemeClr val="tx1"/>
          </a:solidFill>
          <a:latin typeface="+mn-lt"/>
          <a:ea typeface="+mn-ea"/>
          <a:cs typeface="+mn-cs"/>
        </a:defRPr>
      </a:lvl4pPr>
      <a:lvl5pPr marL="1828502" algn="l" defTabSz="914252" rtl="0" eaLnBrk="1" latinLnBrk="0" hangingPunct="1">
        <a:defRPr kumimoji="1" sz="1450" kern="1200">
          <a:solidFill>
            <a:schemeClr val="tx1"/>
          </a:solidFill>
          <a:latin typeface="+mn-lt"/>
          <a:ea typeface="+mn-ea"/>
          <a:cs typeface="+mn-cs"/>
        </a:defRPr>
      </a:lvl5pPr>
      <a:lvl6pPr marL="2285627" algn="l" defTabSz="914252" rtl="0" eaLnBrk="1" latinLnBrk="0" hangingPunct="1">
        <a:defRPr kumimoji="1" sz="1450" kern="1200">
          <a:solidFill>
            <a:schemeClr val="tx1"/>
          </a:solidFill>
          <a:latin typeface="+mn-lt"/>
          <a:ea typeface="+mn-ea"/>
          <a:cs typeface="+mn-cs"/>
        </a:defRPr>
      </a:lvl6pPr>
      <a:lvl7pPr marL="2742752" algn="l" defTabSz="914252" rtl="0" eaLnBrk="1" latinLnBrk="0" hangingPunct="1">
        <a:defRPr kumimoji="1" sz="1450" kern="1200">
          <a:solidFill>
            <a:schemeClr val="tx1"/>
          </a:solidFill>
          <a:latin typeface="+mn-lt"/>
          <a:ea typeface="+mn-ea"/>
          <a:cs typeface="+mn-cs"/>
        </a:defRPr>
      </a:lvl7pPr>
      <a:lvl8pPr marL="3199878" algn="l" defTabSz="914252" rtl="0" eaLnBrk="1" latinLnBrk="0" hangingPunct="1">
        <a:defRPr kumimoji="1" sz="1450" kern="1200">
          <a:solidFill>
            <a:schemeClr val="tx1"/>
          </a:solidFill>
          <a:latin typeface="+mn-lt"/>
          <a:ea typeface="+mn-ea"/>
          <a:cs typeface="+mn-cs"/>
        </a:defRPr>
      </a:lvl8pPr>
      <a:lvl9pPr marL="3657004" algn="l" defTabSz="914252" rtl="0" eaLnBrk="1" latinLnBrk="0" hangingPunct="1">
        <a:defRPr kumimoji="1" sz="14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6A966C4-A515-2987-4ED0-834B27AF21CA}"/>
              </a:ext>
            </a:extLst>
          </p:cNvPr>
          <p:cNvSpPr>
            <a:spLocks noGrp="1"/>
          </p:cNvSpPr>
          <p:nvPr>
            <p:ph type="sldNum" sz="quarter" idx="10"/>
          </p:nvPr>
        </p:nvSpPr>
        <p:spPr/>
        <p:txBody>
          <a:bodyPr/>
          <a:lstStyle/>
          <a:p>
            <a:pPr>
              <a:defRPr/>
            </a:pPr>
            <a:fld id="{790173A9-6621-4FFE-BC07-AC198BDD4C9A}" type="slidenum">
              <a:rPr lang="en-US" altLang="ja-JP" smtClean="0"/>
              <a:pPr>
                <a:defRPr/>
              </a:pPr>
              <a:t>0</a:t>
            </a:fld>
            <a:endParaRPr lang="en-US" altLang="ja-JP"/>
          </a:p>
        </p:txBody>
      </p:sp>
      <p:sp>
        <p:nvSpPr>
          <p:cNvPr id="4" name="テキスト プレースホルダー 3">
            <a:extLst>
              <a:ext uri="{FF2B5EF4-FFF2-40B4-BE49-F238E27FC236}">
                <a16:creationId xmlns:a16="http://schemas.microsoft.com/office/drawing/2014/main" id="{0E1C8831-384A-1624-7861-5573DA7D4A3E}"/>
              </a:ext>
            </a:extLst>
          </p:cNvPr>
          <p:cNvSpPr>
            <a:spLocks noGrp="1"/>
          </p:cNvSpPr>
          <p:nvPr>
            <p:ph type="body" sz="quarter" idx="11"/>
          </p:nvPr>
        </p:nvSpPr>
        <p:spPr>
          <a:xfrm>
            <a:off x="1875588" y="2340917"/>
            <a:ext cx="3272050" cy="461665"/>
          </a:xfrm>
        </p:spPr>
        <p:txBody>
          <a:bodyPr/>
          <a:lstStyle/>
          <a:p>
            <a:r>
              <a:rPr lang="en-US" altLang="ja-JP" sz="2400" dirty="0"/>
              <a:t>【</a:t>
            </a:r>
            <a:r>
              <a:rPr lang="ja-JP" altLang="en-US" sz="2400" dirty="0"/>
              <a:t>げんあし</a:t>
            </a:r>
            <a:r>
              <a:rPr lang="en-US" altLang="ja-JP" sz="2400" dirty="0"/>
              <a:t>】</a:t>
            </a:r>
            <a:r>
              <a:rPr lang="ja-JP" altLang="en-US" sz="2400" dirty="0"/>
              <a:t>　デモシナリオ</a:t>
            </a:r>
            <a:endParaRPr kumimoji="1" lang="ja-JP" altLang="en-US" sz="2400" dirty="0"/>
          </a:p>
        </p:txBody>
      </p:sp>
    </p:spTree>
    <p:extLst>
      <p:ext uri="{BB962C8B-B14F-4D97-AF65-F5344CB8AC3E}">
        <p14:creationId xmlns:p14="http://schemas.microsoft.com/office/powerpoint/2010/main" val="557667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BB8784-77A9-3609-8B93-EC96AD056C61}"/>
              </a:ext>
            </a:extLst>
          </p:cNvPr>
          <p:cNvSpPr>
            <a:spLocks noGrp="1"/>
          </p:cNvSpPr>
          <p:nvPr>
            <p:ph type="title"/>
          </p:nvPr>
        </p:nvSpPr>
        <p:spPr/>
        <p:txBody>
          <a:bodyPr/>
          <a:lstStyle/>
          <a:p>
            <a:r>
              <a:rPr lang="ja-JP" altLang="en-US" kern="0" dirty="0"/>
              <a:t>デモシナリオ</a:t>
            </a:r>
            <a:endParaRPr kumimoji="1" lang="ja-JP" altLang="en-US" dirty="0"/>
          </a:p>
        </p:txBody>
      </p:sp>
      <p:graphicFrame>
        <p:nvGraphicFramePr>
          <p:cNvPr id="3" name="表 2">
            <a:extLst>
              <a:ext uri="{FF2B5EF4-FFF2-40B4-BE49-F238E27FC236}">
                <a16:creationId xmlns:a16="http://schemas.microsoft.com/office/drawing/2014/main" id="{5F5F0DB0-E5E5-4372-98DC-2525DEC484D1}"/>
              </a:ext>
            </a:extLst>
          </p:cNvPr>
          <p:cNvGraphicFramePr>
            <a:graphicFrameLocks noGrp="1"/>
          </p:cNvGraphicFramePr>
          <p:nvPr>
            <p:extLst>
              <p:ext uri="{D42A27DB-BD31-4B8C-83A1-F6EECF244321}">
                <p14:modId xmlns:p14="http://schemas.microsoft.com/office/powerpoint/2010/main" val="2349553423"/>
              </p:ext>
            </p:extLst>
          </p:nvPr>
        </p:nvGraphicFramePr>
        <p:xfrm>
          <a:off x="337792" y="736270"/>
          <a:ext cx="8468416" cy="4086633"/>
        </p:xfrm>
        <a:graphic>
          <a:graphicData uri="http://schemas.openxmlformats.org/drawingml/2006/table">
            <a:tbl>
              <a:tblPr firstRow="1" bandRow="1">
                <a:tableStyleId>{5C22544A-7EE6-4342-B048-85BDC9FD1C3A}</a:tableStyleId>
              </a:tblPr>
              <a:tblGrid>
                <a:gridCol w="1323739">
                  <a:extLst>
                    <a:ext uri="{9D8B030D-6E8A-4147-A177-3AD203B41FA5}">
                      <a16:colId xmlns:a16="http://schemas.microsoft.com/office/drawing/2014/main" val="3029124046"/>
                    </a:ext>
                  </a:extLst>
                </a:gridCol>
                <a:gridCol w="3345367">
                  <a:extLst>
                    <a:ext uri="{9D8B030D-6E8A-4147-A177-3AD203B41FA5}">
                      <a16:colId xmlns:a16="http://schemas.microsoft.com/office/drawing/2014/main" val="3002775640"/>
                    </a:ext>
                  </a:extLst>
                </a:gridCol>
                <a:gridCol w="1726411">
                  <a:extLst>
                    <a:ext uri="{9D8B030D-6E8A-4147-A177-3AD203B41FA5}">
                      <a16:colId xmlns:a16="http://schemas.microsoft.com/office/drawing/2014/main" val="3995232345"/>
                    </a:ext>
                  </a:extLst>
                </a:gridCol>
                <a:gridCol w="2072899">
                  <a:extLst>
                    <a:ext uri="{9D8B030D-6E8A-4147-A177-3AD203B41FA5}">
                      <a16:colId xmlns:a16="http://schemas.microsoft.com/office/drawing/2014/main" val="2133548499"/>
                    </a:ext>
                  </a:extLst>
                </a:gridCol>
              </a:tblGrid>
              <a:tr h="404397">
                <a:tc>
                  <a:txBody>
                    <a:bodyPr/>
                    <a:lstStyle/>
                    <a:p>
                      <a:pPr algn="ctr"/>
                      <a:r>
                        <a:rPr kumimoji="1" lang="ja-JP" altLang="en-US" sz="1100" dirty="0"/>
                        <a:t>タイトル</a:t>
                      </a:r>
                    </a:p>
                  </a:txBody>
                  <a:tcPr marT="41564" marB="41564" anchor="ctr"/>
                </a:tc>
                <a:tc>
                  <a:txBody>
                    <a:bodyPr/>
                    <a:lstStyle/>
                    <a:p>
                      <a:pPr algn="ctr"/>
                      <a:r>
                        <a:rPr kumimoji="1" lang="ja-JP" altLang="en-US" sz="1100" dirty="0"/>
                        <a:t>概要</a:t>
                      </a:r>
                    </a:p>
                  </a:txBody>
                  <a:tcPr marT="41564" marB="41564" anchor="ctr"/>
                </a:tc>
                <a:tc>
                  <a:txBody>
                    <a:bodyPr/>
                    <a:lstStyle/>
                    <a:p>
                      <a:pPr algn="ctr"/>
                      <a:r>
                        <a:rPr kumimoji="1" lang="ja-JP" altLang="en-US" sz="1100" dirty="0"/>
                        <a:t>利用する</a:t>
                      </a:r>
                      <a:endParaRPr kumimoji="1" lang="en-US" altLang="ja-JP" sz="1100" dirty="0"/>
                    </a:p>
                    <a:p>
                      <a:pPr algn="ctr"/>
                      <a:r>
                        <a:rPr kumimoji="1" lang="ja-JP" altLang="en-US" sz="1100" dirty="0"/>
                        <a:t>プロンプトテンプレート</a:t>
                      </a:r>
                    </a:p>
                  </a:txBody>
                  <a:tcPr marT="41564" marB="41564" anchor="ctr"/>
                </a:tc>
                <a:tc>
                  <a:txBody>
                    <a:bodyPr/>
                    <a:lstStyle/>
                    <a:p>
                      <a:pPr algn="ctr"/>
                      <a:r>
                        <a:rPr kumimoji="1" lang="ja-JP" altLang="en-US" sz="1100" dirty="0"/>
                        <a:t>テンプレートでの入力内容</a:t>
                      </a:r>
                    </a:p>
                  </a:txBody>
                  <a:tcPr marT="41564" marB="41564" anchor="ctr"/>
                </a:tc>
                <a:extLst>
                  <a:ext uri="{0D108BD9-81ED-4DB2-BD59-A6C34878D82A}">
                    <a16:rowId xmlns:a16="http://schemas.microsoft.com/office/drawing/2014/main" val="1448304827"/>
                  </a:ext>
                </a:extLst>
              </a:tr>
              <a:tr h="437967">
                <a:tc>
                  <a:txBody>
                    <a:bodyPr/>
                    <a:lstStyle/>
                    <a:p>
                      <a:r>
                        <a:rPr kumimoji="1" lang="ja-JP" altLang="en-US" sz="1100" dirty="0"/>
                        <a:t>議事録作成</a:t>
                      </a:r>
                    </a:p>
                  </a:txBody>
                  <a:tcPr marT="41564" marB="41564" anchor="ctr"/>
                </a:tc>
                <a:tc>
                  <a:txBody>
                    <a:bodyPr/>
                    <a:lstStyle/>
                    <a:p>
                      <a:r>
                        <a:rPr kumimoji="1" lang="ja-JP" altLang="en-US" sz="1100" dirty="0"/>
                        <a:t>チャット</a:t>
                      </a:r>
                      <a:r>
                        <a:rPr kumimoji="1" lang="en-US" altLang="ja-JP" sz="1100" dirty="0"/>
                        <a:t>/</a:t>
                      </a:r>
                      <a:r>
                        <a:rPr kumimoji="1" lang="ja-JP" altLang="en-US" sz="1100" dirty="0"/>
                        <a:t>議事録作成画面にトランスクリプトを添付すると、生成</a:t>
                      </a:r>
                      <a:r>
                        <a:rPr kumimoji="1" lang="en-US" altLang="ja-JP" sz="1100" dirty="0"/>
                        <a:t>AI</a:t>
                      </a:r>
                      <a:r>
                        <a:rPr kumimoji="1" lang="ja-JP" altLang="en-US" sz="1100" dirty="0"/>
                        <a:t>が自動で議事録を作成してくれる。</a:t>
                      </a:r>
                    </a:p>
                  </a:txBody>
                  <a:tcPr marT="41564" marB="41564" anchor="ctr"/>
                </a:tc>
                <a:tc>
                  <a:txBody>
                    <a:bodyPr/>
                    <a:lstStyle/>
                    <a:p>
                      <a:pPr algn="ctr"/>
                      <a:r>
                        <a:rPr kumimoji="1" lang="ja-JP" altLang="en-US" sz="1100" dirty="0"/>
                        <a:t>ー</a:t>
                      </a:r>
                    </a:p>
                  </a:txBody>
                  <a:tcPr marT="41564" marB="41564" anchor="ctr"/>
                </a:tc>
                <a:tc>
                  <a:txBody>
                    <a:bodyPr/>
                    <a:lstStyle/>
                    <a:p>
                      <a:pPr algn="ctr"/>
                      <a:r>
                        <a:rPr kumimoji="1" lang="ja-JP" altLang="en-US" sz="1100" dirty="0"/>
                        <a:t>ー</a:t>
                      </a:r>
                    </a:p>
                  </a:txBody>
                  <a:tcPr marT="41564" marB="41564" anchor="ctr"/>
                </a:tc>
                <a:extLst>
                  <a:ext uri="{0D108BD9-81ED-4DB2-BD59-A6C34878D82A}">
                    <a16:rowId xmlns:a16="http://schemas.microsoft.com/office/drawing/2014/main" val="272921801"/>
                  </a:ext>
                </a:extLst>
              </a:tr>
              <a:tr h="728449">
                <a:tc>
                  <a:txBody>
                    <a:bodyPr/>
                    <a:lstStyle/>
                    <a:p>
                      <a:r>
                        <a:rPr kumimoji="1" lang="ja-JP" altLang="en-US" sz="1100" dirty="0">
                          <a:solidFill>
                            <a:schemeClr val="tx1"/>
                          </a:solidFill>
                        </a:rPr>
                        <a:t>プロンプト自動作成</a:t>
                      </a:r>
                      <a:r>
                        <a:rPr kumimoji="1" lang="en-US" altLang="ja-JP" sz="1100" dirty="0">
                          <a:solidFill>
                            <a:schemeClr val="tx1"/>
                          </a:solidFill>
                        </a:rPr>
                        <a:t>/</a:t>
                      </a:r>
                    </a:p>
                    <a:p>
                      <a:r>
                        <a:rPr kumimoji="1" lang="en-US" altLang="ja-JP" sz="1100" dirty="0">
                          <a:solidFill>
                            <a:schemeClr val="tx1"/>
                          </a:solidFill>
                        </a:rPr>
                        <a:t>Web</a:t>
                      </a:r>
                      <a:r>
                        <a:rPr kumimoji="1" lang="ja-JP" altLang="en-US" sz="1100" dirty="0">
                          <a:solidFill>
                            <a:schemeClr val="tx1"/>
                          </a:solidFill>
                        </a:rPr>
                        <a:t>検索機能</a:t>
                      </a:r>
                    </a:p>
                  </a:txBody>
                  <a:tcPr marT="41564" marB="41564" anchor="ctr"/>
                </a:tc>
                <a:tc>
                  <a:txBody>
                    <a:bodyPr/>
                    <a:lstStyle/>
                    <a:p>
                      <a:r>
                        <a:rPr kumimoji="1" lang="ja-JP" altLang="en-US" sz="1100" dirty="0">
                          <a:solidFill>
                            <a:schemeClr val="tx1"/>
                          </a:solidFill>
                        </a:rPr>
                        <a:t>プロンプト作成画面にご自身が聞きたいプロンプトを入れると、効果が出やすいプロンプトを生成</a:t>
                      </a:r>
                      <a:r>
                        <a:rPr kumimoji="1" lang="en-US" altLang="ja-JP" sz="1100" dirty="0">
                          <a:solidFill>
                            <a:schemeClr val="tx1"/>
                          </a:solidFill>
                        </a:rPr>
                        <a:t>AI</a:t>
                      </a:r>
                      <a:r>
                        <a:rPr kumimoji="1" lang="ja-JP" altLang="en-US" sz="1100" dirty="0">
                          <a:solidFill>
                            <a:schemeClr val="tx1"/>
                          </a:solidFill>
                        </a:rPr>
                        <a:t>が出力してくれる。</a:t>
                      </a:r>
                      <a:endParaRPr kumimoji="1" lang="en-US" altLang="ja-JP" sz="1100" dirty="0">
                        <a:solidFill>
                          <a:schemeClr val="tx1"/>
                        </a:solidFill>
                      </a:endParaRPr>
                    </a:p>
                    <a:p>
                      <a:r>
                        <a:rPr kumimoji="1" lang="ja-JP" altLang="en-US" sz="1100" dirty="0">
                          <a:solidFill>
                            <a:schemeClr val="tx1"/>
                          </a:solidFill>
                        </a:rPr>
                        <a:t>チャット画面に</a:t>
                      </a:r>
                      <a:r>
                        <a:rPr kumimoji="1" lang="en-US" altLang="ja-JP" sz="1100" dirty="0">
                          <a:solidFill>
                            <a:schemeClr val="tx1"/>
                          </a:solidFill>
                        </a:rPr>
                        <a:t>Web</a:t>
                      </a:r>
                      <a:r>
                        <a:rPr kumimoji="1" lang="ja-JP" altLang="en-US" sz="1100" dirty="0">
                          <a:solidFill>
                            <a:schemeClr val="tx1"/>
                          </a:solidFill>
                        </a:rPr>
                        <a:t>検索機能が搭載され、最新情報からも回答ができる。</a:t>
                      </a:r>
                    </a:p>
                  </a:txBody>
                  <a:tcPr marT="41564" marB="41564" anchor="ctr"/>
                </a:tc>
                <a:tc>
                  <a:txBody>
                    <a:bodyPr/>
                    <a:lstStyle/>
                    <a:p>
                      <a:pPr algn="ctr"/>
                      <a:r>
                        <a:rPr kumimoji="1" lang="ja-JP" altLang="en-US" sz="1100" dirty="0"/>
                        <a:t>ー</a:t>
                      </a:r>
                      <a:endParaRPr kumimoji="1" lang="ja-JP" altLang="en-US" sz="1100" dirty="0">
                        <a:solidFill>
                          <a:schemeClr val="tx1"/>
                        </a:solidFill>
                      </a:endParaRPr>
                    </a:p>
                  </a:txBody>
                  <a:tcPr marT="41564" marB="41564" anchor="ctr"/>
                </a:tc>
                <a:tc>
                  <a:txBody>
                    <a:bodyPr/>
                    <a:lstStyle/>
                    <a:p>
                      <a:pPr algn="ct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965300306"/>
                  </a:ext>
                </a:extLst>
              </a:tr>
              <a:tr h="566423">
                <a:tc>
                  <a:txBody>
                    <a:bodyPr/>
                    <a:lstStyle/>
                    <a:p>
                      <a:r>
                        <a:rPr kumimoji="1" lang="ja-JP" altLang="en-US" sz="1100" dirty="0">
                          <a:solidFill>
                            <a:schemeClr val="tx1"/>
                          </a:solidFill>
                        </a:rPr>
                        <a:t>アンケート分析</a:t>
                      </a:r>
                    </a:p>
                  </a:txBody>
                  <a:tcPr marT="41564" marB="41564" anchor="ctr"/>
                </a:tc>
                <a:tc>
                  <a:txBody>
                    <a:bodyPr/>
                    <a:lstStyle/>
                    <a:p>
                      <a:r>
                        <a:rPr kumimoji="1" lang="ja-JP" altLang="en-US" sz="1100" dirty="0">
                          <a:solidFill>
                            <a:schemeClr val="tx1"/>
                          </a:solidFill>
                        </a:rPr>
                        <a:t>自由記述アンケートをチャットに入れると分析して出力してくれる。</a:t>
                      </a:r>
                    </a:p>
                  </a:txBody>
                  <a:tcPr marT="41564" marB="41564" anchor="ctr"/>
                </a:tc>
                <a:tc>
                  <a:txBody>
                    <a:bodyPr/>
                    <a:lstStyle/>
                    <a:p>
                      <a:r>
                        <a:rPr kumimoji="1" lang="ja-JP" altLang="en-US" sz="1100" dirty="0">
                          <a:solidFill>
                            <a:schemeClr val="tx1"/>
                          </a:solidFill>
                        </a:rPr>
                        <a:t>カテゴリ：その他</a:t>
                      </a:r>
                      <a:endParaRPr kumimoji="1" lang="en-US" altLang="ja-JP" sz="1100" dirty="0">
                        <a:solidFill>
                          <a:schemeClr val="tx1"/>
                        </a:solidFill>
                      </a:endParaRPr>
                    </a:p>
                    <a:p>
                      <a:r>
                        <a:rPr kumimoji="1" lang="ja-JP" altLang="en-US" sz="1100" dirty="0">
                          <a:solidFill>
                            <a:schemeClr val="tx1"/>
                          </a:solidFill>
                        </a:rPr>
                        <a:t>タイトル：アンケート分析（デモ）</a:t>
                      </a:r>
                    </a:p>
                  </a:txBody>
                  <a:tcPr marT="41564" marB="41564" anchor="ctr"/>
                </a:tc>
                <a:tc>
                  <a:txBody>
                    <a:bodyPr/>
                    <a:lstStyle/>
                    <a:p>
                      <a:r>
                        <a:rPr kumimoji="1" lang="ja-JP" altLang="en-US" sz="1100" dirty="0">
                          <a:solidFill>
                            <a:schemeClr val="tx1"/>
                          </a:solidFill>
                        </a:rPr>
                        <a:t>・アンケート内容</a:t>
                      </a:r>
                      <a:endParaRPr kumimoji="1" lang="en-US" altLang="ja-JP" sz="1100" dirty="0">
                        <a:solidFill>
                          <a:schemeClr val="tx1"/>
                        </a:solidFill>
                      </a:endParaRPr>
                    </a:p>
                    <a:p>
                      <a:r>
                        <a:rPr kumimoji="1" lang="ja-JP" altLang="en-US" sz="1100" dirty="0">
                          <a:solidFill>
                            <a:schemeClr val="tx1"/>
                          </a:solidFill>
                        </a:rPr>
                        <a:t>自由記述アンケートの回答を記述する</a:t>
                      </a:r>
                    </a:p>
                  </a:txBody>
                  <a:tcPr marT="41564" marB="41564" anchor="ctr"/>
                </a:tc>
                <a:extLst>
                  <a:ext uri="{0D108BD9-81ED-4DB2-BD59-A6C34878D82A}">
                    <a16:rowId xmlns:a16="http://schemas.microsoft.com/office/drawing/2014/main" val="3215949738"/>
                  </a:ext>
                </a:extLst>
              </a:tr>
              <a:tr h="437967">
                <a:tc>
                  <a:txBody>
                    <a:bodyPr/>
                    <a:lstStyle/>
                    <a:p>
                      <a:r>
                        <a:rPr kumimoji="1" lang="en-US" altLang="ja-JP" sz="1100" dirty="0">
                          <a:solidFill>
                            <a:schemeClr val="tx1"/>
                          </a:solidFill>
                        </a:rPr>
                        <a:t>RAG</a:t>
                      </a:r>
                      <a:r>
                        <a:rPr kumimoji="1" lang="ja-JP" altLang="en-US" sz="1100" dirty="0">
                          <a:solidFill>
                            <a:schemeClr val="tx1"/>
                          </a:solidFill>
                        </a:rPr>
                        <a:t>の精度検証</a:t>
                      </a:r>
                      <a:r>
                        <a:rPr kumimoji="1" lang="en-US" altLang="ja-JP" sz="1100" dirty="0">
                          <a:solidFill>
                            <a:schemeClr val="tx1"/>
                          </a:solidFill>
                        </a:rPr>
                        <a:t>/</a:t>
                      </a:r>
                    </a:p>
                    <a:p>
                      <a:r>
                        <a:rPr kumimoji="1" lang="ja-JP" altLang="en-US" sz="1100" dirty="0">
                          <a:solidFill>
                            <a:schemeClr val="tx1"/>
                          </a:solidFill>
                        </a:rPr>
                        <a:t>辞書機能</a:t>
                      </a:r>
                    </a:p>
                  </a:txBody>
                  <a:tcPr marT="41564" marB="41564" anchor="ctr"/>
                </a:tc>
                <a:tc>
                  <a:txBody>
                    <a:bodyPr/>
                    <a:lstStyle/>
                    <a:p>
                      <a:r>
                        <a:rPr kumimoji="1" lang="en-US" altLang="ja-JP" sz="1100" dirty="0">
                          <a:solidFill>
                            <a:schemeClr val="tx1"/>
                          </a:solidFill>
                        </a:rPr>
                        <a:t>RAG</a:t>
                      </a:r>
                      <a:r>
                        <a:rPr kumimoji="1" lang="ja-JP" altLang="en-US" sz="1100" dirty="0">
                          <a:solidFill>
                            <a:schemeClr val="tx1"/>
                          </a:solidFill>
                        </a:rPr>
                        <a:t>で引用元ファイルを見ることができる。</a:t>
                      </a:r>
                      <a:endParaRPr kumimoji="1" lang="en-US" altLang="ja-JP" sz="1100" dirty="0">
                        <a:solidFill>
                          <a:schemeClr val="tx1"/>
                        </a:solidFill>
                      </a:endParaRPr>
                    </a:p>
                    <a:p>
                      <a:r>
                        <a:rPr kumimoji="1" lang="ja-JP" altLang="en-US" sz="1100" dirty="0">
                          <a:solidFill>
                            <a:schemeClr val="tx1"/>
                          </a:solidFill>
                        </a:rPr>
                        <a:t>辞書機能で表記ゆれがある場合でも、検索ができる。</a:t>
                      </a: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484721317"/>
                  </a:ext>
                </a:extLst>
              </a:tr>
              <a:tr h="363587">
                <a:tc>
                  <a:txBody>
                    <a:bodyPr/>
                    <a:lstStyle/>
                    <a:p>
                      <a:r>
                        <a:rPr kumimoji="1" lang="ja-JP" altLang="en-US" sz="1100" dirty="0">
                          <a:solidFill>
                            <a:schemeClr val="tx1"/>
                          </a:solidFill>
                        </a:rPr>
                        <a:t>マルチモーダル</a:t>
                      </a:r>
                    </a:p>
                  </a:txBody>
                  <a:tcPr marT="41564" marB="41564" anchor="ctr"/>
                </a:tc>
                <a:tc>
                  <a:txBody>
                    <a:bodyPr/>
                    <a:lstStyle/>
                    <a:p>
                      <a:r>
                        <a:rPr kumimoji="1" lang="ja-JP" altLang="en-US" sz="1100" dirty="0">
                          <a:solidFill>
                            <a:schemeClr val="tx1"/>
                          </a:solidFill>
                        </a:rPr>
                        <a:t>画像をチャットに貼り付け、画像に関する質問ができる。</a:t>
                      </a: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dirty="0"/>
                        <a:t>ー</a:t>
                      </a:r>
                      <a:endParaRPr kumimoji="1" lang="ja-JP" altLang="en-US" sz="1100" dirty="0">
                        <a:solidFill>
                          <a:schemeClr val="tx1"/>
                        </a:solidFill>
                      </a:endParaRPr>
                    </a:p>
                  </a:txBody>
                  <a:tcPr marT="41564" marB="41564" anchor="ctr"/>
                </a:tc>
                <a:extLst>
                  <a:ext uri="{0D108BD9-81ED-4DB2-BD59-A6C34878D82A}">
                    <a16:rowId xmlns:a16="http://schemas.microsoft.com/office/drawing/2014/main" val="3354635921"/>
                  </a:ext>
                </a:extLst>
              </a:tr>
              <a:tr h="1052502">
                <a:tc>
                  <a:txBody>
                    <a:bodyPr/>
                    <a:lstStyle/>
                    <a:p>
                      <a:r>
                        <a:rPr kumimoji="1" lang="ja-JP" altLang="en-US" sz="1100" dirty="0">
                          <a:solidFill>
                            <a:schemeClr val="tx1"/>
                          </a:solidFill>
                        </a:rPr>
                        <a:t>ヒヤリハットの特定と対策の提示</a:t>
                      </a:r>
                    </a:p>
                  </a:txBody>
                  <a:tcPr marT="41564" marB="41564" anchor="ctr"/>
                </a:tc>
                <a:tc>
                  <a:txBody>
                    <a:bodyPr/>
                    <a:lstStyle/>
                    <a:p>
                      <a:r>
                        <a:rPr kumimoji="1" lang="ja-JP" altLang="en-US" sz="1100" dirty="0">
                          <a:solidFill>
                            <a:schemeClr val="tx1"/>
                          </a:solidFill>
                        </a:rPr>
                        <a:t>現場での作業内容や作業場所を入力すると過去のヒヤリハット例を検索し、対策案を提示してくれる。</a:t>
                      </a:r>
                    </a:p>
                  </a:txBody>
                  <a:tcPr marT="41564" marB="41564" anchor="ctr"/>
                </a:tc>
                <a:tc>
                  <a:txBody>
                    <a:bodyPr/>
                    <a:lstStyle/>
                    <a:p>
                      <a:r>
                        <a:rPr kumimoji="1" lang="ja-JP" altLang="en-US" sz="1100" dirty="0">
                          <a:solidFill>
                            <a:schemeClr val="tx1"/>
                          </a:solidFill>
                        </a:rPr>
                        <a:t>カテゴリ：安全</a:t>
                      </a:r>
                      <a:endParaRPr kumimoji="1" lang="en-US" altLang="ja-JP" sz="1100" dirty="0">
                        <a:solidFill>
                          <a:schemeClr val="tx1"/>
                        </a:solidFill>
                      </a:endParaRPr>
                    </a:p>
                    <a:p>
                      <a:r>
                        <a:rPr kumimoji="1" lang="ja-JP" altLang="en-US" sz="1100" dirty="0">
                          <a:solidFill>
                            <a:schemeClr val="tx1"/>
                          </a:solidFill>
                        </a:rPr>
                        <a:t>タイトル：ヒヤリハットの検索</a:t>
                      </a:r>
                    </a:p>
                  </a:txBody>
                  <a:tcPr marT="41564" marB="41564" anchor="ctr"/>
                </a:tc>
                <a:tc>
                  <a:txBody>
                    <a:bodyPr/>
                    <a:lstStyle/>
                    <a:p>
                      <a:r>
                        <a:rPr kumimoji="1" lang="ja-JP" altLang="en-US" sz="1100" dirty="0">
                          <a:solidFill>
                            <a:schemeClr val="tx1"/>
                          </a:solidFill>
                        </a:rPr>
                        <a:t>・</a:t>
                      </a:r>
                      <a:r>
                        <a:rPr kumimoji="1" lang="zh-TW" altLang="en-US" sz="1100" dirty="0">
                          <a:solidFill>
                            <a:schemeClr val="tx1"/>
                          </a:solidFill>
                        </a:rPr>
                        <a:t>作業場所</a:t>
                      </a:r>
                      <a:endParaRPr kumimoji="1" lang="en-US" altLang="zh-TW" sz="1100" dirty="0">
                        <a:solidFill>
                          <a:schemeClr val="tx1"/>
                        </a:solidFill>
                      </a:endParaRPr>
                    </a:p>
                    <a:p>
                      <a:r>
                        <a:rPr kumimoji="1" lang="ja-JP" altLang="en-US" sz="1100" dirty="0">
                          <a:solidFill>
                            <a:schemeClr val="tx1"/>
                          </a:solidFill>
                        </a:rPr>
                        <a:t>「倉庫」などヒヤリハットを検索したい現場の作業場所を記述する</a:t>
                      </a:r>
                      <a:endParaRPr kumimoji="1" lang="zh-TW" altLang="en-US" sz="1100" dirty="0">
                        <a:solidFill>
                          <a:schemeClr val="tx1"/>
                        </a:solidFill>
                      </a:endParaRPr>
                    </a:p>
                    <a:p>
                      <a:r>
                        <a:rPr kumimoji="1" lang="ja-JP" altLang="en-US" sz="1100" dirty="0">
                          <a:solidFill>
                            <a:schemeClr val="tx1"/>
                          </a:solidFill>
                        </a:rPr>
                        <a:t>・</a:t>
                      </a:r>
                      <a:r>
                        <a:rPr kumimoji="1" lang="zh-TW" altLang="en-US" sz="1100" dirty="0">
                          <a:solidFill>
                            <a:schemeClr val="tx1"/>
                          </a:solidFill>
                        </a:rPr>
                        <a:t>作業内容</a:t>
                      </a:r>
                      <a:endParaRPr kumimoji="1" lang="en-US" altLang="zh-TW" sz="1100" dirty="0">
                        <a:solidFill>
                          <a:schemeClr val="tx1"/>
                        </a:solidFill>
                      </a:endParaRPr>
                    </a:p>
                    <a:p>
                      <a:r>
                        <a:rPr kumimoji="1" lang="ja-JP" altLang="en-US" sz="1100" dirty="0">
                          <a:solidFill>
                            <a:schemeClr val="tx1"/>
                          </a:solidFill>
                        </a:rPr>
                        <a:t>「タンクの運搬」などヒヤリハットを検索したい作業内容を記述する</a:t>
                      </a:r>
                    </a:p>
                  </a:txBody>
                  <a:tcPr marT="41564" marB="41564" anchor="ctr"/>
                </a:tc>
                <a:extLst>
                  <a:ext uri="{0D108BD9-81ED-4DB2-BD59-A6C34878D82A}">
                    <a16:rowId xmlns:a16="http://schemas.microsoft.com/office/drawing/2014/main" val="890720853"/>
                  </a:ext>
                </a:extLst>
              </a:tr>
            </a:tbl>
          </a:graphicData>
        </a:graphic>
      </p:graphicFrame>
    </p:spTree>
    <p:extLst>
      <p:ext uri="{BB962C8B-B14F-4D97-AF65-F5344CB8AC3E}">
        <p14:creationId xmlns:p14="http://schemas.microsoft.com/office/powerpoint/2010/main" val="1407172683"/>
      </p:ext>
    </p:extLst>
  </p:cSld>
  <p:clrMapOvr>
    <a:masterClrMapping/>
  </p:clrMapOvr>
</p:sld>
</file>

<file path=ppt/theme/theme1.xml><?xml version="1.0" encoding="utf-8"?>
<a:theme xmlns:a="http://schemas.openxmlformats.org/drawingml/2006/main" name="1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5">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75000"/>
          </a:schemeClr>
        </a:solidFill>
        <a:ln w="9525">
          <a:noFill/>
          <a:miter lim="800000"/>
          <a:headEnd/>
          <a:tailEnd/>
        </a:ln>
        <a:effectLst/>
      </a:spPr>
      <a:bodyPr wrap="none" rtlCol="0" anchor="ctr" anchorCtr="0">
        <a:noAutofit/>
      </a:bodyPr>
      <a:lstStyle>
        <a:defPPr algn="ctr">
          <a:defRPr kumimoji="1" sz="1800" dirty="0" smtClean="0">
            <a:solidFill>
              <a:schemeClr val="tx1"/>
            </a:solidFill>
            <a:latin typeface="+mn-ea"/>
            <a:ea typeface="+mn-ea"/>
          </a:defRPr>
        </a:defPPr>
      </a:lstStyle>
    </a:spDef>
    <a:lnDef>
      <a:spPr bwMode="auto">
        <a:noFill/>
        <a:ln w="9525" cap="flat" cmpd="sng" algn="ctr">
          <a:solidFill>
            <a:schemeClr val="tx1"/>
          </a:solidFill>
          <a:prstDash val="solid"/>
          <a:round/>
          <a:headEnd type="none" w="med" len="med"/>
          <a:tailEnd type="none" w="med" len="med"/>
        </a:ln>
        <a:effectLst/>
      </a:spPr>
      <a:bodyPr/>
      <a:lstStyle/>
    </a:lnDef>
    <a:txDef>
      <a:spPr bwMode="gray">
        <a:noFill/>
        <a:ln w="3175" cap="rnd">
          <a:noFill/>
          <a:miter lim="800000"/>
          <a:headEnd/>
          <a:tailEnd/>
        </a:ln>
        <a:effectLst/>
      </a:spPr>
      <a:bodyPr wrap="square">
        <a:spAutoFit/>
      </a:bodyPr>
      <a:lstStyle>
        <a:defPPr algn="l">
          <a:defRPr sz="2000" dirty="0">
            <a:latin typeface="+mn-ea"/>
            <a:ea typeface="+mn-ea"/>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8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7">
      <a:majorFont>
        <a:latin typeface="Arial"/>
        <a:ea typeface="HGP創英角ｺﾞｼｯｸUB"/>
        <a:cs typeface=""/>
      </a:majorFont>
      <a:minorFont>
        <a:latin typeface="Arial"/>
        <a:ea typeface="HGPｺﾞｼｯｸ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tx1"/>
          </a:solidFill>
        </a:ln>
      </a:spPr>
      <a:bodyPr wrap="none" rtlCol="0" anchor="ctr" anchorCtr="0">
        <a:noAutofit/>
      </a:bodyPr>
      <a:lstStyle>
        <a:defPPr marL="6350" algn="ctr">
          <a:lnSpc>
            <a:spcPct val="100000"/>
          </a:lnSpc>
          <a:defRPr sz="1600" dirty="0" smtClean="0">
            <a:solidFill>
              <a:schemeClr val="tx1"/>
            </a:solidFill>
            <a:latin typeface="Arial" pitchFamily="34" charset="0"/>
            <a:cs typeface="Arial" pitchFamily="34" charset="0"/>
          </a:defRPr>
        </a:defPPr>
      </a:lstStyle>
    </a:spDef>
    <a:lnDef>
      <a:spPr bwMode="auto">
        <a:noFill/>
        <a:ln w="9525" cap="flat" cmpd="sng" algn="ctr">
          <a:solidFill>
            <a:schemeClr val="tx1"/>
          </a:solidFill>
          <a:prstDash val="solid"/>
          <a:round/>
          <a:headEnd type="none" w="med" len="med"/>
          <a:tailEnd type="none" w="med" len="med"/>
        </a:ln>
        <a:effectLst/>
      </a:spPr>
      <a:bodyPr/>
      <a:lstStyle/>
    </a:lnDef>
    <a:txDef>
      <a:spPr>
        <a:noFill/>
      </a:spPr>
      <a:bodyPr wrap="square" rtlCol="0" anchor="t" anchorCtr="0">
        <a:noAutofit/>
      </a:bodyPr>
      <a:lstStyle>
        <a:defPPr marL="285750" indent="-285750">
          <a:lnSpc>
            <a:spcPct val="100000"/>
          </a:lnSpc>
          <a:buFont typeface="Arial" charset="0"/>
          <a:buChar char="•"/>
          <a:defRPr sz="1800" dirty="0">
            <a:solidFill>
              <a:schemeClr val="tx1"/>
            </a:solidFill>
            <a:latin typeface="Arial" pitchFamily="34" charset="0"/>
            <a:cs typeface="Arial" pitchFamily="34" charset="0"/>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EB842EDE663554592ACAE27A7E26619" ma:contentTypeVersion="17" ma:contentTypeDescription="新しいドキュメントを作成します。" ma:contentTypeScope="" ma:versionID="16747dd24529eeafe37e55189e22f718">
  <xsd:schema xmlns:xsd="http://www.w3.org/2001/XMLSchema" xmlns:xs="http://www.w3.org/2001/XMLSchema" xmlns:p="http://schemas.microsoft.com/office/2006/metadata/properties" xmlns:ns2="4dc7eaff-9cc3-4c93-8179-c2dde48322dd" xmlns:ns3="64b45ec4-2e29-4bf6-8c65-02a0a27b7616" targetNamespace="http://schemas.microsoft.com/office/2006/metadata/properties" ma:root="true" ma:fieldsID="7cbc8658c59981c65856985325ace6ba" ns2:_="" ns3:_="">
    <xsd:import namespace="4dc7eaff-9cc3-4c93-8179-c2dde48322dd"/>
    <xsd:import namespace="64b45ec4-2e29-4bf6-8c65-02a0a27b761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element ref="ns2:_x6ce8__x610f__x4e8b__x9805_"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c7eaff-9cc3-4c93-8179-c2dde48322d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画像タグ" ma:readOnly="false" ma:fieldId="{5cf76f15-5ced-4ddc-b409-7134ff3c332f}" ma:taxonomyMulti="true" ma:sspId="9dd84382-b38c-4eba-b7c2-4a66a077d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_x6ce8__x610f__x4e8b__x9805_" ma:index="22" nillable="true" ma:displayName="注意事項" ma:format="Dropdown" ma:internalName="_x6ce8__x610f__x4e8b__x9805_">
      <xsd:simpleType>
        <xsd:restriction base="dms:Text">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MediaServiceLocation" ma:index="24"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b45ec4-2e29-4bf6-8c65-02a0a27b7616"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f3b25dd-ef32-431d-b66c-336b0f39013d}" ma:internalName="TaxCatchAll" ma:showField="CatchAllData" ma:web="64b45ec4-2e29-4bf6-8c65-02a0a27b7616">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x6ce8__x610f__x4e8b__x9805_ xmlns="4dc7eaff-9cc3-4c93-8179-c2dde48322dd" xsi:nil="true"/>
    <TaxCatchAll xmlns="64b45ec4-2e29-4bf6-8c65-02a0a27b7616" xsi:nil="true"/>
    <lcf76f155ced4ddcb4097134ff3c332f xmlns="4dc7eaff-9cc3-4c93-8179-c2dde48322d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0F5ECD9-5D37-4824-B519-AA3684C3542C}"/>
</file>

<file path=customXml/itemProps2.xml><?xml version="1.0" encoding="utf-8"?>
<ds:datastoreItem xmlns:ds="http://schemas.openxmlformats.org/officeDocument/2006/customXml" ds:itemID="{67F2BEBB-E8EE-41DC-99D1-DAB7422B3203}">
  <ds:schemaRefs>
    <ds:schemaRef ds:uri="http://purl.org/dc/terms/"/>
    <ds:schemaRef ds:uri="http://schemas.microsoft.com/office/2006/documentManagement/types"/>
    <ds:schemaRef ds:uri="4dc7eaff-9cc3-4c93-8179-c2dde48322dd"/>
    <ds:schemaRef ds:uri="http://purl.org/dc/dcmitype/"/>
    <ds:schemaRef ds:uri="http://schemas.microsoft.com/office/2006/metadata/properties"/>
    <ds:schemaRef ds:uri="http://www.w3.org/XML/1998/namespace"/>
    <ds:schemaRef ds:uri="64b45ec4-2e29-4bf6-8c65-02a0a27b7616"/>
    <ds:schemaRef ds:uri="http://schemas.microsoft.com/office/infopath/2007/PartnerControls"/>
    <ds:schemaRef ds:uri="http://schemas.openxmlformats.org/package/2006/metadata/core-properties"/>
    <ds:schemaRef ds:uri="http://purl.org/dc/elements/1.1/"/>
  </ds:schemaRefs>
</ds:datastoreItem>
</file>

<file path=customXml/itemProps3.xml><?xml version="1.0" encoding="utf-8"?>
<ds:datastoreItem xmlns:ds="http://schemas.openxmlformats.org/officeDocument/2006/customXml" ds:itemID="{F19379E6-F202-44FA-AD60-CC33E58EFF20}">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Words>258</Words>
  <TotalTime>0</TotalTime>
  <Application>Microsoft Office PowerPoint</Application>
  <Templat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HIGIS 3/ﾌﾟﾚｾﾞﾝﾃｰｼｮﾝ資料/J_GrayA.ppt</dc:title>
  <dc:subject>HIGIS テンプレート</dc:subject>
  <dc:creator>(株)日立製作所　ブランド・コミュニケーション本部／デザイン本部</dc:creator>
  <cp:lastModifiedBy>須山綾音 / Suyama，Ayane</cp:lastModifiedBy>
  <cp:revision>11</cp:revision>
  <cp:lastPrinted>2024-09-30T01:08:04Z</cp:lastPrinted>
  <dcterms:created xsi:type="dcterms:W3CDTF">2004-05-26T10:25:15Z</dcterms:created>
  <dcterms:modified xsi:type="dcterms:W3CDTF">2025-06-10T10:54:13Z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0x0101006EB842EDE663554592ACAE27A7E26619</vt:lpwstr>
  </property>
  <property fmtid="{D5CDD505-2E9C-101B-9397-08002B2CF9AE}" pid="3" name="_dlc_DocIdItemGuid">
    <vt:lpwstr>08be0566-c9fb-4132-991a-f684a6a5114f</vt:lpwstr>
  </property>
  <property fmtid="{D5CDD505-2E9C-101B-9397-08002B2CF9AE}" pid="4" name="MediaServiceImageTags">
    <vt:lpwstr/>
  </property>
  <property fmtid="{D5CDD505-2E9C-101B-9397-08002B2CF9AE}" pid="5" name="Order">
    <vt:r8>23400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