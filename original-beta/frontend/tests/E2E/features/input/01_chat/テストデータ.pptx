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85" r:id="rId4"/>
    <p:sldMasterId id="2147483705" r:id="rId5"/>
  </p:sldMasterIdLst>
  <p:notesMasterIdLst>
    <p:notesMasterId r:id="rId8"/>
  </p:notesMasterIdLst>
  <p:handoutMasterIdLst>
    <p:handoutMasterId r:id="rId9"/>
  </p:handoutMasterIdLst>
  <p:sldIdLst>
    <p:sldId id="268" r:id="rId6"/>
    <p:sldId id="267" r:id="rId7"/>
  </p:sldIdLst>
  <p:sldSz cx="9144000" cy="5143500" type="screen16x9"/>
  <p:notesSz cx="6735763" cy="9866313"/>
  <p:defaultTextStyle>
    <a:defPPr>
      <a:defRPr lang="ja-JP"/>
    </a:defPPr>
    <a:lvl1pPr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1pPr>
    <a:lvl2pPr marL="4572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2pPr>
    <a:lvl3pPr marL="9144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3pPr>
    <a:lvl4pPr marL="13716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4pPr>
    <a:lvl5pPr marL="18288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9pPr>
  </p:defaultTextStyle>
  <p:extLst>
    <p:ext uri="{521415D9-36F7-43E2-AB2F-B90AF26B5E84}">
      <p14:sectionLst xmlns:p14="http://schemas.microsoft.com/office/powerpoint/2010/main">
        <p14:section name="既定のセクション" id="{482D1312-E0FF-475D-A4AD-DD07EFE96E49}">
          <p14:sldIdLst>
            <p14:sldId id="268"/>
            <p14:sldId id="267"/>
          </p14:sldIdLst>
        </p14:section>
      </p14:sectionLst>
    </p:ext>
    <p:ext uri="{EFAFB233-063F-42B5-8137-9DF3F51BA10A}">
      <p15:sldGuideLst xmlns:p15="http://schemas.microsoft.com/office/powerpoint/2012/main">
        <p15:guide id="1" orient="horz" pos="1620">
          <p15:clr>
            <a:srgbClr val="A4A3A4"/>
          </p15:clr>
        </p15:guide>
        <p15:guide id="2" pos="2879">
          <p15:clr>
            <a:srgbClr val="A4A3A4"/>
          </p15:clr>
        </p15:guide>
      </p15:sldGuideLst>
    </p:ext>
    <p:ext uri="{2D200454-40CA-4A62-9FC3-DE9A4176ACB9}">
      <p15:notesGuideLst xmlns:p15="http://schemas.microsoft.com/office/powerpoint/2012/main">
        <p15:guide id="1" orient="horz" pos="3107" userDrawn="1">
          <p15:clr>
            <a:srgbClr val="A4A3A4"/>
          </p15:clr>
        </p15:guide>
        <p15:guide id="2" pos="212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E98"/>
    <a:srgbClr val="0246FF"/>
    <a:srgbClr val="4F8BC2"/>
    <a:srgbClr val="D0D8E8"/>
    <a:srgbClr val="1B9DFF"/>
    <a:srgbClr val="C0AFF5"/>
    <a:srgbClr val="FF66FF"/>
    <a:srgbClr val="CE3256"/>
    <a:srgbClr val="FFFFFF"/>
    <a:srgbClr val="BB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F27564-8861-48D0-BC5F-9D313413F3CE}" v="14" dt="2025-01-15T02:54:06.011"/>
  </p1510:revLst>
</p1510:revInfo>
</file>

<file path=ppt/tableStyles.xml><?xml version="1.0" encoding="utf-8"?>
<a:tblStyleLst xmlns:a="http://schemas.openxmlformats.org/drawingml/2006/main" def="{5C22544A-7EE6-4342-B048-85BDC9FD1C3A}">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641" autoAdjust="0"/>
    <p:restoredTop sz="94660"/>
  </p:normalViewPr>
  <p:slideViewPr>
    <p:cSldViewPr snapToGrid="0">
      <p:cViewPr varScale="1">
        <p:scale>
          <a:sx n="63" d="100"/>
          <a:sy n="63" d="100"/>
        </p:scale>
        <p:origin x="1692" y="272"/>
      </p:cViewPr>
      <p:guideLst>
        <p:guide orient="horz" pos="1620"/>
        <p:guide pos="2879"/>
      </p:guideLst>
    </p:cSldViewPr>
  </p:slideViewPr>
  <p:notesTextViewPr>
    <p:cViewPr>
      <p:scale>
        <a:sx n="1" d="1"/>
        <a:sy n="1" d="1"/>
      </p:scale>
      <p:origin x="0" y="0"/>
    </p:cViewPr>
  </p:notesTextViewPr>
  <p:notesViewPr>
    <p:cSldViewPr snapToGrid="0">
      <p:cViewPr>
        <p:scale>
          <a:sx n="1" d="2"/>
          <a:sy n="1" d="2"/>
        </p:scale>
        <p:origin x="0" y="0"/>
      </p:cViewPr>
      <p:guideLst>
        <p:guide orient="horz" pos="3107"/>
        <p:guide pos="2121"/>
      </p:guideLst>
    </p:cSldViewPr>
  </p:notesViewPr>
  <p:gridSpacing cx="76200" cy="76200"/>
</p:viewPr>
</file>

<file path=ppt/_rels/presentation.xml.rels><?xml version="1.0" encoding="utf-8" standalone="yes"?><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須山綾音 / Suyama，Ayane" userId="55581ef9-2027-4a32-8d04-0839b42ef8ec" providerId="ADAL" clId="{20584473-6A68-4DEB-B420-91EEA0E42042}"/>
    <pc:docChg chg="modSld">
      <pc:chgData name="須山綾音 / Suyama，Ayane" userId="55581ef9-2027-4a32-8d04-0839b42ef8ec" providerId="ADAL" clId="{20584473-6A68-4DEB-B420-91EEA0E42042}" dt="2024-12-18T07:49:37.728" v="1" actId="1076"/>
      <pc:docMkLst>
        <pc:docMk/>
      </pc:docMkLst>
      <pc:sldChg chg="modSp mod">
        <pc:chgData name="須山綾音 / Suyama，Ayane" userId="55581ef9-2027-4a32-8d04-0839b42ef8ec" providerId="ADAL" clId="{20584473-6A68-4DEB-B420-91EEA0E42042}" dt="2024-12-18T07:49:37.728" v="1" actId="1076"/>
        <pc:sldMkLst>
          <pc:docMk/>
          <pc:sldMk cId="1407172683" sldId="267"/>
        </pc:sldMkLst>
        <pc:graphicFrameChg chg="mod modGraphic">
          <ac:chgData name="須山綾音 / Suyama，Ayane" userId="55581ef9-2027-4a32-8d04-0839b42ef8ec" providerId="ADAL" clId="{20584473-6A68-4DEB-B420-91EEA0E42042}" dt="2024-12-18T07:49:37.728" v="1" actId="1076"/>
          <ac:graphicFrameMkLst>
            <pc:docMk/>
            <pc:sldMk cId="1407172683" sldId="267"/>
            <ac:graphicFrameMk id="3" creationId="{5F5F0DB0-E5E5-4372-98DC-2525DEC484D1}"/>
          </ac:graphicFrameMkLst>
        </pc:graphicFrameChg>
      </pc:sldChg>
    </pc:docChg>
  </pc:docChgLst>
  <pc:docChgLst>
    <pc:chgData name="須山綾音 / Suyama，Ayane" userId="55581ef9-2027-4a32-8d04-0839b42ef8ec" providerId="ADAL" clId="{39DF5AA3-300A-4EE3-90D1-B14477C97E20}"/>
    <pc:docChg chg="undo custSel modSld">
      <pc:chgData name="須山綾音 / Suyama，Ayane" userId="55581ef9-2027-4a32-8d04-0839b42ef8ec" providerId="ADAL" clId="{39DF5AA3-300A-4EE3-90D1-B14477C97E20}" dt="2024-12-18T07:32:17.711" v="580" actId="20577"/>
      <pc:docMkLst>
        <pc:docMk/>
      </pc:docMkLst>
      <pc:sldChg chg="modSp mod">
        <pc:chgData name="須山綾音 / Suyama，Ayane" userId="55581ef9-2027-4a32-8d04-0839b42ef8ec" providerId="ADAL" clId="{39DF5AA3-300A-4EE3-90D1-B14477C97E20}" dt="2024-12-18T07:32:17.711" v="580" actId="20577"/>
        <pc:sldMkLst>
          <pc:docMk/>
          <pc:sldMk cId="1407172683" sldId="267"/>
        </pc:sldMkLst>
        <pc:graphicFrameChg chg="mod modGraphic">
          <ac:chgData name="須山綾音 / Suyama，Ayane" userId="55581ef9-2027-4a32-8d04-0839b42ef8ec" providerId="ADAL" clId="{39DF5AA3-300A-4EE3-90D1-B14477C97E20}" dt="2024-12-18T07:32:17.711" v="580" actId="20577"/>
          <ac:graphicFrameMkLst>
            <pc:docMk/>
            <pc:sldMk cId="1407172683" sldId="267"/>
            <ac:graphicFrameMk id="3" creationId="{5F5F0DB0-E5E5-4372-98DC-2525DEC484D1}"/>
          </ac:graphicFrameMkLst>
        </pc:graphicFrameChg>
      </pc:sldChg>
    </pc:docChg>
  </pc:docChgLst>
  <pc:docChgLst>
    <pc:chgData name="吹本雄一 / Fukimoto，Yuichi" userId="7e95d929-8a4a-4845-bae3-95bdf6c9da56" providerId="ADAL" clId="{5A7B4683-49EA-4E57-AC90-106012CDD42A}"/>
    <pc:docChg chg="custSel modSld">
      <pc:chgData name="吹本雄一 / Fukimoto，Yuichi" userId="7e95d929-8a4a-4845-bae3-95bdf6c9da56" providerId="ADAL" clId="{5A7B4683-49EA-4E57-AC90-106012CDD42A}" dt="2024-12-04T00:04:28.003" v="3" actId="207"/>
      <pc:docMkLst>
        <pc:docMk/>
      </pc:docMkLst>
      <pc:sldChg chg="modSp mod">
        <pc:chgData name="吹本雄一 / Fukimoto，Yuichi" userId="7e95d929-8a4a-4845-bae3-95bdf6c9da56" providerId="ADAL" clId="{5A7B4683-49EA-4E57-AC90-106012CDD42A}" dt="2024-12-04T00:04:28.003" v="3" actId="207"/>
        <pc:sldMkLst>
          <pc:docMk/>
          <pc:sldMk cId="1407172683" sldId="267"/>
        </pc:sldMkLst>
        <pc:graphicFrameChg chg="mod modGraphic">
          <ac:chgData name="吹本雄一 / Fukimoto，Yuichi" userId="7e95d929-8a4a-4845-bae3-95bdf6c9da56" providerId="ADAL" clId="{5A7B4683-49EA-4E57-AC90-106012CDD42A}" dt="2024-12-04T00:04:28.003" v="3" actId="207"/>
          <ac:graphicFrameMkLst>
            <pc:docMk/>
            <pc:sldMk cId="1407172683" sldId="267"/>
            <ac:graphicFrameMk id="3" creationId="{5F5F0DB0-E5E5-4372-98DC-2525DEC484D1}"/>
          </ac:graphicFrameMkLst>
        </pc:graphicFrameChg>
      </pc:sldChg>
    </pc:docChg>
  </pc:docChgLst>
  <pc:docChgLst>
    <pc:chgData name="須山綾音 / Suyama，Ayane" userId="55581ef9-2027-4a32-8d04-0839b42ef8ec" providerId="ADAL" clId="{2DF27564-8861-48D0-BC5F-9D313413F3CE}"/>
    <pc:docChg chg="addSld delSld modSld modSection">
      <pc:chgData name="須山綾音 / Suyama，Ayane" userId="55581ef9-2027-4a32-8d04-0839b42ef8ec" providerId="ADAL" clId="{2DF27564-8861-48D0-BC5F-9D313413F3CE}" dt="2025-01-15T02:56:35.337" v="785" actId="20577"/>
      <pc:docMkLst>
        <pc:docMk/>
      </pc:docMkLst>
      <pc:sldChg chg="modSp mod">
        <pc:chgData name="須山綾音 / Suyama，Ayane" userId="55581ef9-2027-4a32-8d04-0839b42ef8ec" providerId="ADAL" clId="{2DF27564-8861-48D0-BC5F-9D313413F3CE}" dt="2025-01-15T02:56:35.337" v="785" actId="20577"/>
        <pc:sldMkLst>
          <pc:docMk/>
          <pc:sldMk cId="1407172683" sldId="267"/>
        </pc:sldMkLst>
        <pc:graphicFrameChg chg="mod modGraphic">
          <ac:chgData name="須山綾音 / Suyama，Ayane" userId="55581ef9-2027-4a32-8d04-0839b42ef8ec" providerId="ADAL" clId="{2DF27564-8861-48D0-BC5F-9D313413F3CE}" dt="2025-01-15T02:56:35.337" v="785" actId="20577"/>
          <ac:graphicFrameMkLst>
            <pc:docMk/>
            <pc:sldMk cId="1407172683" sldId="267"/>
            <ac:graphicFrameMk id="3" creationId="{5F5F0DB0-E5E5-4372-98DC-2525DEC484D1}"/>
          </ac:graphicFrameMkLst>
        </pc:graphicFrameChg>
      </pc:sldChg>
      <pc:sldChg chg="modSp add del mod">
        <pc:chgData name="須山綾音 / Suyama，Ayane" userId="55581ef9-2027-4a32-8d04-0839b42ef8ec" providerId="ADAL" clId="{2DF27564-8861-48D0-BC5F-9D313413F3CE}" dt="2025-01-15T02:54:19.221" v="781" actId="47"/>
        <pc:sldMkLst>
          <pc:docMk/>
          <pc:sldMk cId="1746673058" sldId="269"/>
        </pc:sldMkLst>
        <pc:spChg chg="mod">
          <ac:chgData name="須山綾音 / Suyama，Ayane" userId="55581ef9-2027-4a32-8d04-0839b42ef8ec" providerId="ADAL" clId="{2DF27564-8861-48D0-BC5F-9D313413F3CE}" dt="2025-01-15T02:48:16.172" v="610" actId="20577"/>
          <ac:spMkLst>
            <pc:docMk/>
            <pc:sldMk cId="1746673058" sldId="269"/>
            <ac:spMk id="2" creationId="{0437EA89-6399-4C99-0AA5-260A043FBDD8}"/>
          </ac:spMkLst>
        </pc:spChg>
        <pc:graphicFrameChg chg="mod modGraphic">
          <ac:chgData name="須山綾音 / Suyama，Ayane" userId="55581ef9-2027-4a32-8d04-0839b42ef8ec" providerId="ADAL" clId="{2DF27564-8861-48D0-BC5F-9D313413F3CE}" dt="2025-01-15T02:49:55.954" v="707" actId="1076"/>
          <ac:graphicFrameMkLst>
            <pc:docMk/>
            <pc:sldMk cId="1746673058" sldId="269"/>
            <ac:graphicFrameMk id="3" creationId="{4F585709-A95C-4016-D850-6A1A504B885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1026"/>
          <p:cNvSpPr>
            <a:spLocks noGrp="1" noChangeArrowheads="1"/>
          </p:cNvSpPr>
          <p:nvPr>
            <p:ph type="hdr" sz="quarter"/>
          </p:nvPr>
        </p:nvSpPr>
        <p:spPr bwMode="auto">
          <a:xfrm>
            <a:off x="3" y="0"/>
            <a:ext cx="2918193" cy="493628"/>
          </a:xfrm>
          <a:prstGeom prst="rect">
            <a:avLst/>
          </a:prstGeom>
          <a:noFill/>
          <a:ln w="9525">
            <a:noFill/>
            <a:miter lim="800000"/>
            <a:headEnd/>
            <a:tailEnd/>
          </a:ln>
          <a:effectLst/>
        </p:spPr>
        <p:txBody>
          <a:bodyPr vert="horz" wrap="square" lIns="90726" tIns="45364" rIns="90726" bIns="45364" numCol="1" anchor="t"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33795" name="Rectangle 1027"/>
          <p:cNvSpPr>
            <a:spLocks noGrp="1" noChangeArrowheads="1"/>
          </p:cNvSpPr>
          <p:nvPr>
            <p:ph type="dt" sz="quarter" idx="1"/>
          </p:nvPr>
        </p:nvSpPr>
        <p:spPr bwMode="auto">
          <a:xfrm>
            <a:off x="3817571" y="0"/>
            <a:ext cx="2918193" cy="493628"/>
          </a:xfrm>
          <a:prstGeom prst="rect">
            <a:avLst/>
          </a:prstGeom>
          <a:noFill/>
          <a:ln w="9525">
            <a:noFill/>
            <a:miter lim="800000"/>
            <a:headEnd/>
            <a:tailEnd/>
          </a:ln>
          <a:effectLst/>
        </p:spPr>
        <p:txBody>
          <a:bodyPr vert="horz" wrap="square" lIns="90726" tIns="45364" rIns="90726" bIns="45364" numCol="1" anchor="t"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endParaRPr lang="en-US" altLang="ja-JP"/>
          </a:p>
        </p:txBody>
      </p:sp>
      <p:sp>
        <p:nvSpPr>
          <p:cNvPr id="33796" name="Rectangle 1028"/>
          <p:cNvSpPr>
            <a:spLocks noGrp="1" noChangeArrowheads="1"/>
          </p:cNvSpPr>
          <p:nvPr>
            <p:ph type="ftr" sz="quarter" idx="2"/>
          </p:nvPr>
        </p:nvSpPr>
        <p:spPr bwMode="auto">
          <a:xfrm>
            <a:off x="3" y="9372687"/>
            <a:ext cx="2918193" cy="493626"/>
          </a:xfrm>
          <a:prstGeom prst="rect">
            <a:avLst/>
          </a:prstGeom>
          <a:noFill/>
          <a:ln w="9525">
            <a:noFill/>
            <a:miter lim="800000"/>
            <a:headEnd/>
            <a:tailEnd/>
          </a:ln>
          <a:effectLst/>
        </p:spPr>
        <p:txBody>
          <a:bodyPr vert="horz" wrap="square" lIns="90726" tIns="45364" rIns="90726" bIns="45364" numCol="1" anchor="b"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33797" name="Rectangle 1029"/>
          <p:cNvSpPr>
            <a:spLocks noGrp="1" noChangeArrowheads="1"/>
          </p:cNvSpPr>
          <p:nvPr>
            <p:ph type="sldNum" sz="quarter" idx="3"/>
          </p:nvPr>
        </p:nvSpPr>
        <p:spPr bwMode="auto">
          <a:xfrm>
            <a:off x="3817571" y="9372687"/>
            <a:ext cx="2918193" cy="493626"/>
          </a:xfrm>
          <a:prstGeom prst="rect">
            <a:avLst/>
          </a:prstGeom>
          <a:noFill/>
          <a:ln w="9525">
            <a:noFill/>
            <a:miter lim="800000"/>
            <a:headEnd/>
            <a:tailEnd/>
          </a:ln>
          <a:effectLst/>
        </p:spPr>
        <p:txBody>
          <a:bodyPr vert="horz" wrap="square" lIns="90726" tIns="45364" rIns="90726" bIns="45364" numCol="1" anchor="b"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fld id="{97EB0BD7-0D1B-461F-96D2-458D4659D7B9}" type="slidenum">
              <a:rPr lang="en-US" altLang="ja-JP"/>
              <a:pPr/>
              <a:t>‹#›</a:t>
            </a:fld>
            <a:endParaRPr lang="en-US" altLang="ja-JP"/>
          </a:p>
        </p:txBody>
      </p:sp>
    </p:spTree>
    <p:extLst>
      <p:ext uri="{BB962C8B-B14F-4D97-AF65-F5344CB8AC3E}">
        <p14:creationId xmlns:p14="http://schemas.microsoft.com/office/powerpoint/2010/main" val="22359584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1026"/>
          <p:cNvSpPr>
            <a:spLocks noGrp="1" noChangeArrowheads="1"/>
          </p:cNvSpPr>
          <p:nvPr>
            <p:ph type="hdr" sz="quarter"/>
          </p:nvPr>
        </p:nvSpPr>
        <p:spPr bwMode="auto">
          <a:xfrm>
            <a:off x="3" y="0"/>
            <a:ext cx="2918193" cy="493628"/>
          </a:xfrm>
          <a:prstGeom prst="rect">
            <a:avLst/>
          </a:prstGeom>
          <a:noFill/>
          <a:ln w="9525">
            <a:noFill/>
            <a:miter lim="800000"/>
            <a:headEnd/>
            <a:tailEnd/>
          </a:ln>
          <a:effectLst/>
        </p:spPr>
        <p:txBody>
          <a:bodyPr vert="horz" wrap="square" lIns="90726" tIns="45364" rIns="90726" bIns="45364" numCol="1" anchor="t"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25603" name="Rectangle 1027"/>
          <p:cNvSpPr>
            <a:spLocks noGrp="1" noChangeArrowheads="1"/>
          </p:cNvSpPr>
          <p:nvPr>
            <p:ph type="dt" idx="1"/>
          </p:nvPr>
        </p:nvSpPr>
        <p:spPr bwMode="auto">
          <a:xfrm>
            <a:off x="3817571" y="0"/>
            <a:ext cx="2918193" cy="493628"/>
          </a:xfrm>
          <a:prstGeom prst="rect">
            <a:avLst/>
          </a:prstGeom>
          <a:noFill/>
          <a:ln w="9525">
            <a:noFill/>
            <a:miter lim="800000"/>
            <a:headEnd/>
            <a:tailEnd/>
          </a:ln>
          <a:effectLst/>
        </p:spPr>
        <p:txBody>
          <a:bodyPr vert="horz" wrap="square" lIns="90726" tIns="45364" rIns="90726" bIns="45364" numCol="1" anchor="t"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endParaRPr lang="en-US" altLang="ja-JP"/>
          </a:p>
        </p:txBody>
      </p:sp>
      <p:sp>
        <p:nvSpPr>
          <p:cNvPr id="25604" name="Rectangle 1028"/>
          <p:cNvSpPr>
            <a:spLocks noGrp="1" noRot="1" noChangeAspect="1" noChangeArrowheads="1" noTextEdit="1"/>
          </p:cNvSpPr>
          <p:nvPr>
            <p:ph type="sldImg" idx="2"/>
          </p:nvPr>
        </p:nvSpPr>
        <p:spPr bwMode="auto">
          <a:xfrm>
            <a:off x="79375" y="739775"/>
            <a:ext cx="6577013" cy="3700463"/>
          </a:xfrm>
          <a:prstGeom prst="rect">
            <a:avLst/>
          </a:prstGeom>
          <a:noFill/>
          <a:ln w="9525">
            <a:solidFill>
              <a:srgbClr val="000000"/>
            </a:solidFill>
            <a:miter lim="800000"/>
            <a:headEnd/>
            <a:tailEnd/>
          </a:ln>
          <a:effectLst/>
        </p:spPr>
      </p:sp>
      <p:sp>
        <p:nvSpPr>
          <p:cNvPr id="25605" name="Rectangle 1029"/>
          <p:cNvSpPr>
            <a:spLocks noGrp="1" noChangeArrowheads="1"/>
          </p:cNvSpPr>
          <p:nvPr>
            <p:ph type="body" sz="quarter" idx="3"/>
          </p:nvPr>
        </p:nvSpPr>
        <p:spPr bwMode="auto">
          <a:xfrm>
            <a:off x="897788" y="4687125"/>
            <a:ext cx="4940198" cy="4439530"/>
          </a:xfrm>
          <a:prstGeom prst="rect">
            <a:avLst/>
          </a:prstGeom>
          <a:noFill/>
          <a:ln w="9525">
            <a:noFill/>
            <a:miter lim="800000"/>
            <a:headEnd/>
            <a:tailEnd/>
          </a:ln>
          <a:effectLst/>
        </p:spPr>
        <p:txBody>
          <a:bodyPr vert="horz" wrap="square" lIns="90726" tIns="45364" rIns="90726" bIns="45364"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5606" name="Rectangle 1030"/>
          <p:cNvSpPr>
            <a:spLocks noGrp="1" noChangeArrowheads="1"/>
          </p:cNvSpPr>
          <p:nvPr>
            <p:ph type="ftr" sz="quarter" idx="4"/>
          </p:nvPr>
        </p:nvSpPr>
        <p:spPr bwMode="auto">
          <a:xfrm>
            <a:off x="3" y="9372687"/>
            <a:ext cx="2918193" cy="493626"/>
          </a:xfrm>
          <a:prstGeom prst="rect">
            <a:avLst/>
          </a:prstGeom>
          <a:noFill/>
          <a:ln w="9525">
            <a:noFill/>
            <a:miter lim="800000"/>
            <a:headEnd/>
            <a:tailEnd/>
          </a:ln>
          <a:effectLst/>
        </p:spPr>
        <p:txBody>
          <a:bodyPr vert="horz" wrap="square" lIns="90726" tIns="45364" rIns="90726" bIns="45364" numCol="1" anchor="b"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25607" name="Rectangle 1031"/>
          <p:cNvSpPr>
            <a:spLocks noGrp="1" noChangeArrowheads="1"/>
          </p:cNvSpPr>
          <p:nvPr>
            <p:ph type="sldNum" sz="quarter" idx="5"/>
          </p:nvPr>
        </p:nvSpPr>
        <p:spPr bwMode="auto">
          <a:xfrm>
            <a:off x="3817571" y="9372687"/>
            <a:ext cx="2918193" cy="493626"/>
          </a:xfrm>
          <a:prstGeom prst="rect">
            <a:avLst/>
          </a:prstGeom>
          <a:noFill/>
          <a:ln w="9525">
            <a:noFill/>
            <a:miter lim="800000"/>
            <a:headEnd/>
            <a:tailEnd/>
          </a:ln>
          <a:effectLst/>
        </p:spPr>
        <p:txBody>
          <a:bodyPr vert="horz" wrap="square" lIns="90726" tIns="45364" rIns="90726" bIns="45364" numCol="1" anchor="b"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fld id="{8AF01994-2739-4319-8C13-74EB71056E38}" type="slidenum">
              <a:rPr lang="en-US" altLang="ja-JP"/>
              <a:pPr/>
              <a:t>‹#›</a:t>
            </a:fld>
            <a:endParaRPr lang="en-US" altLang="ja-JP"/>
          </a:p>
        </p:txBody>
      </p:sp>
    </p:spTree>
    <p:extLst>
      <p:ext uri="{BB962C8B-B14F-4D97-AF65-F5344CB8AC3E}">
        <p14:creationId xmlns:p14="http://schemas.microsoft.com/office/powerpoint/2010/main" val="131360167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charset="0"/>
        <a:ea typeface="ＭＳ Ｐ明朝" charset="-128"/>
        <a:cs typeface="+mn-cs"/>
      </a:defRPr>
    </a:lvl1pPr>
    <a:lvl2pPr marL="457200" algn="l" rtl="0" fontAlgn="base">
      <a:spcBef>
        <a:spcPct val="30000"/>
      </a:spcBef>
      <a:spcAft>
        <a:spcPct val="0"/>
      </a:spcAft>
      <a:defRPr kumimoji="1" sz="1200" kern="1200">
        <a:solidFill>
          <a:schemeClr val="tx1"/>
        </a:solidFill>
        <a:latin typeface="Times New Roman" charset="0"/>
        <a:ea typeface="ＭＳ Ｐ明朝" charset="-128"/>
        <a:cs typeface="+mn-cs"/>
      </a:defRPr>
    </a:lvl2pPr>
    <a:lvl3pPr marL="914400" algn="l" rtl="0" fontAlgn="base">
      <a:spcBef>
        <a:spcPct val="30000"/>
      </a:spcBef>
      <a:spcAft>
        <a:spcPct val="0"/>
      </a:spcAft>
      <a:defRPr kumimoji="1" sz="1200" kern="1200">
        <a:solidFill>
          <a:schemeClr val="tx1"/>
        </a:solidFill>
        <a:latin typeface="Times New Roman" charset="0"/>
        <a:ea typeface="ＭＳ Ｐ明朝" charset="-128"/>
        <a:cs typeface="+mn-cs"/>
      </a:defRPr>
    </a:lvl3pPr>
    <a:lvl4pPr marL="1371600" algn="l" rtl="0" fontAlgn="base">
      <a:spcBef>
        <a:spcPct val="30000"/>
      </a:spcBef>
      <a:spcAft>
        <a:spcPct val="0"/>
      </a:spcAft>
      <a:defRPr kumimoji="1" sz="1200" kern="1200">
        <a:solidFill>
          <a:schemeClr val="tx1"/>
        </a:solidFill>
        <a:latin typeface="Times New Roman" charset="0"/>
        <a:ea typeface="ＭＳ Ｐ明朝" charset="-128"/>
        <a:cs typeface="+mn-cs"/>
      </a:defRPr>
    </a:lvl4pPr>
    <a:lvl5pPr marL="1828800" algn="l" rtl="0" fontAlgn="base">
      <a:spcBef>
        <a:spcPct val="30000"/>
      </a:spcBef>
      <a:spcAft>
        <a:spcPct val="0"/>
      </a:spcAft>
      <a:defRPr kumimoji="1" sz="1200" kern="1200">
        <a:solidFill>
          <a:schemeClr val="tx1"/>
        </a:solidFill>
        <a:latin typeface="Times New Roman" charset="0"/>
        <a:ea typeface="ＭＳ Ｐ明朝"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タイトルのみ">
    <p:spTree>
      <p:nvGrpSpPr>
        <p:cNvPr id="1" name=""/>
        <p:cNvGrpSpPr/>
        <p:nvPr/>
      </p:nvGrpSpPr>
      <p:grpSpPr>
        <a:xfrm>
          <a:off x="0" y="0"/>
          <a:ext cx="0" cy="0"/>
          <a:chOff x="0" y="0"/>
          <a:chExt cx="0" cy="0"/>
        </a:xfrm>
      </p:grpSpPr>
      <p:grpSp>
        <p:nvGrpSpPr>
          <p:cNvPr id="35" name="グループ化 34"/>
          <p:cNvGrpSpPr/>
          <p:nvPr userDrawn="1"/>
        </p:nvGrpSpPr>
        <p:grpSpPr bwMode="gray">
          <a:xfrm>
            <a:off x="324487"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79"/>
            <a:ext cx="3550972" cy="461665"/>
          </a:xfrm>
          <a:prstGeom prst="rect">
            <a:avLst/>
          </a:prstGeom>
        </p:spPr>
        <p:txBody>
          <a:bodyPr wrap="none">
            <a:spAutoFit/>
          </a:bodyPr>
          <a:lstStyle>
            <a:lvl1pPr>
              <a:lnSpc>
                <a:spcPct val="100000"/>
              </a:lnSpc>
              <a:defRPr sz="2400" b="1">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0" y="2742133"/>
            <a:ext cx="2690160" cy="369332"/>
          </a:xfrm>
          <a:prstGeom prst="rect">
            <a:avLst/>
          </a:prstGeom>
        </p:spPr>
        <p:txBody>
          <a:bodyPr wrap="none">
            <a:spAutoFit/>
          </a:bodyPr>
          <a:lstStyle>
            <a:lvl1pPr>
              <a:buNone/>
              <a:defRPr sz="1800" b="1">
                <a:latin typeface="+mn-ea"/>
                <a:ea typeface="+mn-ea"/>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pic>
        <p:nvPicPr>
          <p:cNvPr id="41" name="図 40" descr="ea60_010_030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1189347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タイトルのみ">
    <p:spTree>
      <p:nvGrpSpPr>
        <p:cNvPr id="1" name=""/>
        <p:cNvGrpSpPr/>
        <p:nvPr/>
      </p:nvGrpSpPr>
      <p:grpSpPr>
        <a:xfrm>
          <a:off x="0" y="0"/>
          <a:ext cx="0" cy="0"/>
          <a:chOff x="0" y="0"/>
          <a:chExt cx="0" cy="0"/>
        </a:xfrm>
      </p:grpSpPr>
      <p:grpSp>
        <p:nvGrpSpPr>
          <p:cNvPr id="34" name="グループ化 33"/>
          <p:cNvGrpSpPr/>
          <p:nvPr userDrawn="1"/>
        </p:nvGrpSpPr>
        <p:grpSpPr>
          <a:xfrm>
            <a:off x="312580" y="2039030"/>
            <a:ext cx="8518840" cy="89695"/>
            <a:chOff x="312580" y="2039028"/>
            <a:chExt cx="8518840" cy="108791"/>
          </a:xfrm>
        </p:grpSpPr>
        <p:grpSp>
          <p:nvGrpSpPr>
            <p:cNvPr id="252" name="グループ化 251"/>
            <p:cNvGrpSpPr/>
            <p:nvPr userDrawn="1"/>
          </p:nvGrpSpPr>
          <p:grpSpPr>
            <a:xfrm>
              <a:off x="312580" y="2039028"/>
              <a:ext cx="8518840" cy="108791"/>
              <a:chOff x="312740" y="2039028"/>
              <a:chExt cx="8518840" cy="108791"/>
            </a:xfrm>
          </p:grpSpPr>
          <p:sp>
            <p:nvSpPr>
              <p:cNvPr id="243" name="正方形/長方形 11"/>
              <p:cNvSpPr>
                <a:spLocks noChangeArrowheads="1"/>
              </p:cNvSpPr>
              <p:nvPr/>
            </p:nvSpPr>
            <p:spPr bwMode="auto">
              <a:xfrm>
                <a:off x="312740" y="2039028"/>
                <a:ext cx="8518840" cy="108791"/>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sp>
            <p:nvSpPr>
              <p:cNvPr id="244" name="正方形/長方形 243"/>
              <p:cNvSpPr/>
              <p:nvPr/>
            </p:nvSpPr>
            <p:spPr bwMode="auto">
              <a:xfrm>
                <a:off x="312740" y="2039028"/>
                <a:ext cx="1753373" cy="108791"/>
              </a:xfrm>
              <a:prstGeom prst="rect">
                <a:avLst/>
              </a:prstGeom>
              <a:solidFill>
                <a:srgbClr val="FD0014"/>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grpSp>
        <p:sp>
          <p:nvSpPr>
            <p:cNvPr id="245" name="正方形/長方形 244"/>
            <p:cNvSpPr/>
            <p:nvPr/>
          </p:nvSpPr>
          <p:spPr bwMode="auto">
            <a:xfrm>
              <a:off x="312740" y="2039028"/>
              <a:ext cx="877393" cy="108791"/>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sp>
        <p:nvSpPr>
          <p:cNvPr id="42" name="スライド番号プレースホルダ 2"/>
          <p:cNvSpPr>
            <a:spLocks noGrp="1"/>
          </p:cNvSpPr>
          <p:nvPr>
            <p:ph type="sldNum" sz="quarter" idx="10"/>
          </p:nvPr>
        </p:nvSpPr>
        <p:spPr>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p:ph type="title"/>
          </p:nvPr>
        </p:nvSpPr>
        <p:spPr>
          <a:xfrm>
            <a:off x="2190367" y="2335281"/>
            <a:ext cx="3534942" cy="461665"/>
          </a:xfrm>
          <a:prstGeom prst="rect">
            <a:avLst/>
          </a:prstGeom>
        </p:spPr>
        <p:txBody>
          <a:bodyPr wrap="none">
            <a:spAutoFit/>
          </a:bodyPr>
          <a:lstStyle>
            <a:lvl1pPr>
              <a:lnSpc>
                <a:spcPct val="100000"/>
              </a:lnSpc>
              <a:defRPr sz="2400" b="1">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p:ph type="body" sz="quarter" idx="11"/>
          </p:nvPr>
        </p:nvSpPr>
        <p:spPr>
          <a:xfrm>
            <a:off x="2190370" y="2742133"/>
            <a:ext cx="2690160" cy="369332"/>
          </a:xfrm>
          <a:prstGeom prst="rect">
            <a:avLst/>
          </a:prstGeom>
        </p:spPr>
        <p:txBody>
          <a:bodyPr wrap="none">
            <a:spAutoFit/>
          </a:bodyPr>
          <a:lstStyle>
            <a:lvl1pPr>
              <a:buNone/>
              <a:defRPr sz="1800" b="1"/>
            </a:lvl1pPr>
          </a:lstStyle>
          <a:p>
            <a:pPr lvl="0"/>
            <a:r>
              <a:rPr kumimoji="1" lang="ja-JP" altLang="en-US"/>
              <a:t>マスタ テキストの書式設定</a:t>
            </a:r>
          </a:p>
        </p:txBody>
      </p:sp>
      <p:grpSp>
        <p:nvGrpSpPr>
          <p:cNvPr id="194" name="グループ化 193"/>
          <p:cNvGrpSpPr>
            <a:grpSpLocks noChangeAspect="1"/>
          </p:cNvGrpSpPr>
          <p:nvPr userDrawn="1"/>
        </p:nvGrpSpPr>
        <p:grpSpPr>
          <a:xfrm>
            <a:off x="6848840" y="402726"/>
            <a:ext cx="1764681" cy="507223"/>
            <a:chOff x="6642100" y="547566"/>
            <a:chExt cx="1982788" cy="569913"/>
          </a:xfrm>
        </p:grpSpPr>
        <p:sp>
          <p:nvSpPr>
            <p:cNvPr id="195" name="Freeform 5"/>
            <p:cNvSpPr>
              <a:spLocks/>
            </p:cNvSpPr>
            <p:nvPr/>
          </p:nvSpPr>
          <p:spPr bwMode="auto">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96" name="Freeform 7"/>
            <p:cNvSpPr>
              <a:spLocks/>
            </p:cNvSpPr>
            <p:nvPr/>
          </p:nvSpPr>
          <p:spPr bwMode="auto">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97" name="Freeform 9"/>
            <p:cNvSpPr>
              <a:spLocks noEditPoints="1"/>
            </p:cNvSpPr>
            <p:nvPr/>
          </p:nvSpPr>
          <p:spPr bwMode="auto">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98" name="Rectangle 12"/>
            <p:cNvSpPr>
              <a:spLocks noChangeArrowheads="1"/>
            </p:cNvSpPr>
            <p:nvPr/>
          </p:nvSpPr>
          <p:spPr bwMode="auto">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99" name="Freeform 13"/>
            <p:cNvSpPr>
              <a:spLocks/>
            </p:cNvSpPr>
            <p:nvPr/>
          </p:nvSpPr>
          <p:spPr bwMode="auto">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0" name="Rectangle 15"/>
            <p:cNvSpPr>
              <a:spLocks noChangeArrowheads="1"/>
            </p:cNvSpPr>
            <p:nvPr/>
          </p:nvSpPr>
          <p:spPr bwMode="auto">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1" name="Freeform 16"/>
            <p:cNvSpPr>
              <a:spLocks/>
            </p:cNvSpPr>
            <p:nvPr/>
          </p:nvSpPr>
          <p:spPr bwMode="auto">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2" name="Freeform 18"/>
            <p:cNvSpPr>
              <a:spLocks/>
            </p:cNvSpPr>
            <p:nvPr/>
          </p:nvSpPr>
          <p:spPr bwMode="auto">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3" name="Freeform 20"/>
            <p:cNvSpPr>
              <a:spLocks/>
            </p:cNvSpPr>
            <p:nvPr/>
          </p:nvSpPr>
          <p:spPr bwMode="auto">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4" name="Freeform 22"/>
            <p:cNvSpPr>
              <a:spLocks/>
            </p:cNvSpPr>
            <p:nvPr/>
          </p:nvSpPr>
          <p:spPr bwMode="auto">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5" name="Freeform 24"/>
            <p:cNvSpPr>
              <a:spLocks noEditPoints="1"/>
            </p:cNvSpPr>
            <p:nvPr/>
          </p:nvSpPr>
          <p:spPr bwMode="auto">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6" name="Freeform 27"/>
            <p:cNvSpPr>
              <a:spLocks/>
            </p:cNvSpPr>
            <p:nvPr/>
          </p:nvSpPr>
          <p:spPr bwMode="auto">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7" name="Freeform 29"/>
            <p:cNvSpPr>
              <a:spLocks/>
            </p:cNvSpPr>
            <p:nvPr/>
          </p:nvSpPr>
          <p:spPr bwMode="auto">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8" name="Freeform 31"/>
            <p:cNvSpPr>
              <a:spLocks/>
            </p:cNvSpPr>
            <p:nvPr/>
          </p:nvSpPr>
          <p:spPr bwMode="auto">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9" name="Freeform 33"/>
            <p:cNvSpPr>
              <a:spLocks noEditPoints="1"/>
            </p:cNvSpPr>
            <p:nvPr/>
          </p:nvSpPr>
          <p:spPr bwMode="auto">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0" name="Freeform 36"/>
            <p:cNvSpPr>
              <a:spLocks/>
            </p:cNvSpPr>
            <p:nvPr/>
          </p:nvSpPr>
          <p:spPr bwMode="auto">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1" name="Freeform 38"/>
            <p:cNvSpPr>
              <a:spLocks noEditPoints="1"/>
            </p:cNvSpPr>
            <p:nvPr/>
          </p:nvSpPr>
          <p:spPr bwMode="auto">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2" name="Freeform 41"/>
            <p:cNvSpPr>
              <a:spLocks/>
            </p:cNvSpPr>
            <p:nvPr/>
          </p:nvSpPr>
          <p:spPr bwMode="auto">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3" name="Freeform 43"/>
            <p:cNvSpPr>
              <a:spLocks/>
            </p:cNvSpPr>
            <p:nvPr/>
          </p:nvSpPr>
          <p:spPr bwMode="auto">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4" name="Freeform 45"/>
            <p:cNvSpPr>
              <a:spLocks noEditPoints="1"/>
            </p:cNvSpPr>
            <p:nvPr/>
          </p:nvSpPr>
          <p:spPr bwMode="auto">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5" name="Freeform 48"/>
            <p:cNvSpPr>
              <a:spLocks/>
            </p:cNvSpPr>
            <p:nvPr/>
          </p:nvSpPr>
          <p:spPr bwMode="auto">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6" name="Freeform 50"/>
            <p:cNvSpPr>
              <a:spLocks/>
            </p:cNvSpPr>
            <p:nvPr/>
          </p:nvSpPr>
          <p:spPr bwMode="auto">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7" name="Freeform 52"/>
            <p:cNvSpPr>
              <a:spLocks/>
            </p:cNvSpPr>
            <p:nvPr/>
          </p:nvSpPr>
          <p:spPr bwMode="auto">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grpSp>
      <p:sp>
        <p:nvSpPr>
          <p:cNvPr id="52" name="Text Box 13"/>
          <p:cNvSpPr txBox="1">
            <a:spLocks noChangeArrowheads="1"/>
          </p:cNvSpPr>
          <p:nvPr userDrawn="1"/>
        </p:nvSpPr>
        <p:spPr bwMode="auto">
          <a:xfrm>
            <a:off x="6530379" y="4949429"/>
            <a:ext cx="2162772"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grpSp>
        <p:nvGrpSpPr>
          <p:cNvPr id="7" name="Group 40">
            <a:extLst>
              <a:ext uri="{FF2B5EF4-FFF2-40B4-BE49-F238E27FC236}">
                <a16:creationId xmlns:a16="http://schemas.microsoft.com/office/drawing/2014/main" id="{875A0754-C1A2-BAD3-5E2A-7B270A709EF2}"/>
              </a:ext>
            </a:extLst>
          </p:cNvPr>
          <p:cNvGrpSpPr>
            <a:grpSpLocks/>
          </p:cNvGrpSpPr>
          <p:nvPr userDrawn="1"/>
        </p:nvGrpSpPr>
        <p:grpSpPr bwMode="auto">
          <a:xfrm>
            <a:off x="-12700" y="4771856"/>
            <a:ext cx="2025650" cy="381169"/>
            <a:chOff x="-8" y="4084"/>
            <a:chExt cx="1276" cy="244"/>
          </a:xfrm>
        </p:grpSpPr>
        <p:sp>
          <p:nvSpPr>
            <p:cNvPr id="8" name="Rectangle 115">
              <a:extLst>
                <a:ext uri="{FF2B5EF4-FFF2-40B4-BE49-F238E27FC236}">
                  <a16:creationId xmlns:a16="http://schemas.microsoft.com/office/drawing/2014/main" id="{B11E3B46-7A76-65CF-227B-C03D61EF3DF5}"/>
                </a:ext>
              </a:extLst>
            </p:cNvPr>
            <p:cNvSpPr>
              <a:spLocks noChangeArrowheads="1"/>
            </p:cNvSpPr>
            <p:nvPr userDrawn="1"/>
          </p:nvSpPr>
          <p:spPr bwMode="auto">
            <a:xfrm>
              <a:off x="-8" y="4084"/>
              <a:ext cx="240" cy="244"/>
            </a:xfrm>
            <a:prstGeom prst="rect">
              <a:avLst/>
            </a:prstGeom>
            <a:solidFill>
              <a:srgbClr val="58A618"/>
            </a:solidFill>
            <a:ln>
              <a:noFill/>
            </a:ln>
          </p:spPr>
          <p:txBody>
            <a:bodyPr wrap="none" anchor="ctr"/>
            <a:lstStyle/>
            <a:p>
              <a:pPr>
                <a:lnSpc>
                  <a:spcPct val="90000"/>
                </a:lnSpc>
                <a:defRPr/>
              </a:pPr>
              <a:endParaRPr lang="ja-JP" altLang="en-US" sz="1950"/>
            </a:p>
          </p:txBody>
        </p:sp>
        <p:sp>
          <p:nvSpPr>
            <p:cNvPr id="9" name="Rectangle 123">
              <a:extLst>
                <a:ext uri="{FF2B5EF4-FFF2-40B4-BE49-F238E27FC236}">
                  <a16:creationId xmlns:a16="http://schemas.microsoft.com/office/drawing/2014/main" id="{2426D3B0-6C09-A404-26A3-2F58CF0582B6}"/>
                </a:ext>
              </a:extLst>
            </p:cNvPr>
            <p:cNvSpPr>
              <a:spLocks noChangeArrowheads="1"/>
            </p:cNvSpPr>
            <p:nvPr userDrawn="1"/>
          </p:nvSpPr>
          <p:spPr bwMode="auto">
            <a:xfrm>
              <a:off x="232" y="4205"/>
              <a:ext cx="121" cy="123"/>
            </a:xfrm>
            <a:prstGeom prst="rect">
              <a:avLst/>
            </a:prstGeom>
            <a:solidFill>
              <a:srgbClr val="EAAB00"/>
            </a:solidFill>
            <a:ln>
              <a:noFill/>
            </a:ln>
          </p:spPr>
          <p:txBody>
            <a:bodyPr wrap="none" anchor="ctr"/>
            <a:lstStyle/>
            <a:p>
              <a:pPr>
                <a:lnSpc>
                  <a:spcPct val="90000"/>
                </a:lnSpc>
                <a:defRPr/>
              </a:pPr>
              <a:endParaRPr lang="ja-JP" altLang="en-US" sz="1950"/>
            </a:p>
          </p:txBody>
        </p:sp>
        <p:sp>
          <p:nvSpPr>
            <p:cNvPr id="10" name="Rectangle 124">
              <a:extLst>
                <a:ext uri="{FF2B5EF4-FFF2-40B4-BE49-F238E27FC236}">
                  <a16:creationId xmlns:a16="http://schemas.microsoft.com/office/drawing/2014/main" id="{D7AD80EC-1959-95F7-054E-74F93A1B72AD}"/>
                </a:ext>
              </a:extLst>
            </p:cNvPr>
            <p:cNvSpPr>
              <a:spLocks noChangeArrowheads="1"/>
            </p:cNvSpPr>
            <p:nvPr userDrawn="1"/>
          </p:nvSpPr>
          <p:spPr bwMode="auto">
            <a:xfrm>
              <a:off x="353" y="4084"/>
              <a:ext cx="121" cy="123"/>
            </a:xfrm>
            <a:prstGeom prst="rect">
              <a:avLst/>
            </a:prstGeom>
            <a:solidFill>
              <a:srgbClr val="0098C3"/>
            </a:solidFill>
            <a:ln>
              <a:noFill/>
            </a:ln>
          </p:spPr>
          <p:txBody>
            <a:bodyPr wrap="none" anchor="ctr"/>
            <a:lstStyle/>
            <a:p>
              <a:pPr>
                <a:lnSpc>
                  <a:spcPct val="90000"/>
                </a:lnSpc>
                <a:defRPr/>
              </a:pPr>
              <a:endParaRPr lang="ja-JP" altLang="en-US" sz="1950"/>
            </a:p>
          </p:txBody>
        </p:sp>
        <p:pic>
          <p:nvPicPr>
            <p:cNvPr id="11" name="Picture 39" descr="humanit">
              <a:extLst>
                <a:ext uri="{FF2B5EF4-FFF2-40B4-BE49-F238E27FC236}">
                  <a16:creationId xmlns:a16="http://schemas.microsoft.com/office/drawing/2014/main" id="{BEC21258-8C4A-239F-BAA6-91E4A59AAE3C}"/>
                </a:ext>
              </a:extLst>
            </p:cNvPr>
            <p:cNvPicPr>
              <a:picLocks noChangeAspect="1" noChangeArrowheads="1"/>
            </p:cNvPicPr>
            <p:nvPr userDrawn="1"/>
          </p:nvPicPr>
          <p:blipFill>
            <a:blip r:embed="rId2"/>
            <a:srcRect/>
            <a:stretch>
              <a:fillRect/>
            </a:stretch>
          </p:blipFill>
          <p:spPr bwMode="auto">
            <a:xfrm>
              <a:off x="564" y="4158"/>
              <a:ext cx="704" cy="96"/>
            </a:xfrm>
            <a:prstGeom prst="rect">
              <a:avLst/>
            </a:prstGeom>
            <a:noFill/>
            <a:ln w="9525">
              <a:noFill/>
              <a:miter lim="800000"/>
              <a:headEnd/>
              <a:tailEnd/>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grpSp>
        <p:nvGrpSpPr>
          <p:cNvPr id="39" name="グループ化 38"/>
          <p:cNvGrpSpPr/>
          <p:nvPr userDrawn="1"/>
        </p:nvGrpSpPr>
        <p:grpSpPr bwMode="gray">
          <a:xfrm>
            <a:off x="324487"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44" name="図 43" descr="ea60_010_030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3518994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2_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566739" y="2365096"/>
            <a:ext cx="3267241" cy="397032"/>
          </a:xfrm>
          <a:prstGeom prst="rect">
            <a:avLst/>
          </a:prstGeom>
        </p:spPr>
        <p:txBody>
          <a:bodyPr wrap="none">
            <a:spAutoFit/>
          </a:bodyPr>
          <a:lstStyle>
            <a:lvl1pPr>
              <a:defRPr sz="2200" b="1">
                <a:solidFill>
                  <a:schemeClr val="tx1"/>
                </a:solidFill>
                <a:latin typeface="+mj-ea"/>
                <a:ea typeface="+mj-ea"/>
              </a:defRPr>
            </a:lvl1pPr>
          </a:lstStyle>
          <a:p>
            <a:r>
              <a:rPr lang="ja-JP" altLang="en-US"/>
              <a:t>マスタ タイトルの書式設定</a:t>
            </a:r>
          </a:p>
        </p:txBody>
      </p:sp>
      <p:sp>
        <p:nvSpPr>
          <p:cNvPr id="54"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39"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grpSp>
        <p:nvGrpSpPr>
          <p:cNvPr id="40" name="グループ化 39"/>
          <p:cNvGrpSpPr/>
          <p:nvPr userDrawn="1"/>
        </p:nvGrpSpPr>
        <p:grpSpPr bwMode="gray">
          <a:xfrm>
            <a:off x="324487" y="2057426"/>
            <a:ext cx="8495663" cy="97488"/>
            <a:chOff x="324487" y="2057426"/>
            <a:chExt cx="8495663" cy="97488"/>
          </a:xfrm>
        </p:grpSpPr>
        <p:sp>
          <p:nvSpPr>
            <p:cNvPr id="41"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42" name="グループ化 16"/>
            <p:cNvGrpSpPr/>
            <p:nvPr/>
          </p:nvGrpSpPr>
          <p:grpSpPr bwMode="gray">
            <a:xfrm>
              <a:off x="324487" y="2057426"/>
              <a:ext cx="1938812" cy="97488"/>
              <a:chOff x="312738" y="2747963"/>
              <a:chExt cx="1970087" cy="109537"/>
            </a:xfrm>
          </p:grpSpPr>
          <p:sp>
            <p:nvSpPr>
              <p:cNvPr id="43" name="正方形/長方形 42"/>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4" name="正方形/長方形 43"/>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45" name="図 44" descr="ea60_010_030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1233292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4" name="Rectangle 10"/>
          <p:cNvSpPr>
            <a:spLocks noChangeArrowheads="1"/>
          </p:cNvSpPr>
          <p:nvPr userDrawn="1"/>
        </p:nvSpPr>
        <p:spPr bwMode="gray">
          <a:xfrm>
            <a:off x="198439" y="759619"/>
            <a:ext cx="8747125" cy="4157663"/>
          </a:xfrm>
          <a:prstGeom prst="rect">
            <a:avLst/>
          </a:prstGeom>
          <a:noFill/>
          <a:ln w="3175">
            <a:solidFill>
              <a:srgbClr val="FF0000"/>
            </a:solidFill>
            <a:miter lim="800000"/>
            <a:headEnd/>
            <a:tailEnd/>
          </a:ln>
          <a:effectLst/>
        </p:spPr>
        <p:txBody>
          <a:bodyPr wrap="none" anchor="ctr"/>
          <a:lstStyle/>
          <a:p>
            <a:endParaRPr lang="ja-JP" altLang="en-US"/>
          </a:p>
        </p:txBody>
      </p:sp>
      <p:sp>
        <p:nvSpPr>
          <p:cNvPr id="2" name="タイトル 1"/>
          <p:cNvSpPr>
            <a:spLocks noGrp="1"/>
          </p:cNvSpPr>
          <p:nvPr userDrawn="1">
            <p:ph type="title"/>
          </p:nvPr>
        </p:nvSpPr>
        <p:spPr bwMode="gray">
          <a:xfrm>
            <a:off x="113192" y="134612"/>
            <a:ext cx="7486488" cy="369332"/>
          </a:xfrm>
          <a:prstGeom prst="rect">
            <a:avLst/>
          </a:prstGeom>
        </p:spPr>
        <p:txBody>
          <a:bodyPr wrap="square">
            <a:spAutoFit/>
          </a:bodyPr>
          <a:lstStyle>
            <a:lvl1pPr>
              <a:defRPr sz="2000" b="1">
                <a:solidFill>
                  <a:schemeClr val="tx1"/>
                </a:solidFill>
                <a:latin typeface="+mj-ea"/>
                <a:ea typeface="+mj-ea"/>
              </a:defRPr>
            </a:lvl1pPr>
          </a:lstStyle>
          <a:p>
            <a:r>
              <a:rPr lang="ja-JP" altLang="en-US"/>
              <a:t>マスタ タイトルの書式設定</a:t>
            </a:r>
          </a:p>
        </p:txBody>
      </p:sp>
      <p:sp>
        <p:nvSpPr>
          <p:cNvPr id="36"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73" name="正方形/長方形 11"/>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74" name="グループ化 62"/>
          <p:cNvGrpSpPr/>
          <p:nvPr userDrawn="1"/>
        </p:nvGrpSpPr>
        <p:grpSpPr bwMode="gray">
          <a:xfrm>
            <a:off x="-3" y="595775"/>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sp>
        <p:nvSpPr>
          <p:cNvPr id="48"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2023. All rights reserved.</a:t>
            </a:r>
          </a:p>
        </p:txBody>
      </p:sp>
      <p:pic>
        <p:nvPicPr>
          <p:cNvPr id="49" name="図 48" descr="ea60_010_030_dwin.wmf"/>
          <p:cNvPicPr>
            <a:picLocks noChangeAspect="1"/>
          </p:cNvPicPr>
          <p:nvPr userDrawn="1"/>
        </p:nvPicPr>
        <p:blipFill>
          <a:blip r:embed="rId2"/>
          <a:stretch>
            <a:fillRect/>
          </a:stretch>
        </p:blipFill>
        <p:spPr>
          <a:xfrm>
            <a:off x="7774175" y="138115"/>
            <a:ext cx="1195200" cy="342857"/>
          </a:xfrm>
          <a:prstGeom prst="rect">
            <a:avLst/>
          </a:prstGeom>
        </p:spPr>
      </p:pic>
    </p:spTree>
    <p:extLst>
      <p:ext uri="{BB962C8B-B14F-4D97-AF65-F5344CB8AC3E}">
        <p14:creationId xmlns:p14="http://schemas.microsoft.com/office/powerpoint/2010/main" val="2035101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タイトルのみ">
    <p:spTree>
      <p:nvGrpSpPr>
        <p:cNvPr id="1" name=""/>
        <p:cNvGrpSpPr/>
        <p:nvPr/>
      </p:nvGrpSpPr>
      <p:grpSpPr>
        <a:xfrm>
          <a:off x="0" y="0"/>
          <a:ext cx="0" cy="0"/>
          <a:chOff x="0" y="0"/>
          <a:chExt cx="0" cy="0"/>
        </a:xfrm>
      </p:grpSpPr>
      <p:sp>
        <p:nvSpPr>
          <p:cNvPr id="2" name="タイトル 1"/>
          <p:cNvSpPr>
            <a:spLocks noGrp="1"/>
          </p:cNvSpPr>
          <p:nvPr userDrawn="1">
            <p:ph type="title"/>
          </p:nvPr>
        </p:nvSpPr>
        <p:spPr bwMode="gray">
          <a:xfrm>
            <a:off x="113192" y="134612"/>
            <a:ext cx="7486488" cy="369332"/>
          </a:xfrm>
          <a:prstGeom prst="rect">
            <a:avLst/>
          </a:prstGeom>
        </p:spPr>
        <p:txBody>
          <a:bodyPr wrap="square">
            <a:spAutoFit/>
          </a:bodyPr>
          <a:lstStyle>
            <a:lvl1pPr>
              <a:defRPr sz="2000" b="1">
                <a:solidFill>
                  <a:schemeClr val="tx1"/>
                </a:solidFill>
                <a:latin typeface="+mj-ea"/>
                <a:ea typeface="+mj-ea"/>
              </a:defRPr>
            </a:lvl1pPr>
          </a:lstStyle>
          <a:p>
            <a:r>
              <a:rPr lang="ja-JP" altLang="en-US"/>
              <a:t>マスタ タイトルの書式設定</a:t>
            </a:r>
          </a:p>
        </p:txBody>
      </p:sp>
      <p:sp>
        <p:nvSpPr>
          <p:cNvPr id="36"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73" name="正方形/長方形 11"/>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74" name="グループ化 62"/>
          <p:cNvGrpSpPr/>
          <p:nvPr userDrawn="1"/>
        </p:nvGrpSpPr>
        <p:grpSpPr bwMode="gray">
          <a:xfrm>
            <a:off x="-3" y="595775"/>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sp>
        <p:nvSpPr>
          <p:cNvPr id="48"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pic>
        <p:nvPicPr>
          <p:cNvPr id="49" name="図 48" descr="ea60_010_030_dwin.wmf"/>
          <p:cNvPicPr>
            <a:picLocks noChangeAspect="1"/>
          </p:cNvPicPr>
          <p:nvPr userDrawn="1"/>
        </p:nvPicPr>
        <p:blipFill>
          <a:blip r:embed="rId2"/>
          <a:stretch>
            <a:fillRect/>
          </a:stretch>
        </p:blipFill>
        <p:spPr>
          <a:xfrm>
            <a:off x="7774175" y="138115"/>
            <a:ext cx="1195200" cy="342857"/>
          </a:xfrm>
          <a:prstGeom prst="rect">
            <a:avLst/>
          </a:prstGeom>
        </p:spPr>
      </p:pic>
      <p:grpSp>
        <p:nvGrpSpPr>
          <p:cNvPr id="3" name="Group 40">
            <a:extLst>
              <a:ext uri="{FF2B5EF4-FFF2-40B4-BE49-F238E27FC236}">
                <a16:creationId xmlns:a16="http://schemas.microsoft.com/office/drawing/2014/main" id="{5F15E81B-A1D0-3DCF-EB0E-7301B88FB231}"/>
              </a:ext>
            </a:extLst>
          </p:cNvPr>
          <p:cNvGrpSpPr>
            <a:grpSpLocks/>
          </p:cNvGrpSpPr>
          <p:nvPr userDrawn="1"/>
        </p:nvGrpSpPr>
        <p:grpSpPr bwMode="auto">
          <a:xfrm>
            <a:off x="-12700" y="4771856"/>
            <a:ext cx="2025650" cy="381169"/>
            <a:chOff x="-8" y="4084"/>
            <a:chExt cx="1276" cy="244"/>
          </a:xfrm>
        </p:grpSpPr>
        <p:sp>
          <p:nvSpPr>
            <p:cNvPr id="4" name="Rectangle 115">
              <a:extLst>
                <a:ext uri="{FF2B5EF4-FFF2-40B4-BE49-F238E27FC236}">
                  <a16:creationId xmlns:a16="http://schemas.microsoft.com/office/drawing/2014/main" id="{69BFF0AF-7E06-BD80-16CE-9C82139B153F}"/>
                </a:ext>
              </a:extLst>
            </p:cNvPr>
            <p:cNvSpPr>
              <a:spLocks noChangeArrowheads="1"/>
            </p:cNvSpPr>
            <p:nvPr userDrawn="1"/>
          </p:nvSpPr>
          <p:spPr bwMode="auto">
            <a:xfrm>
              <a:off x="-8" y="4084"/>
              <a:ext cx="240" cy="244"/>
            </a:xfrm>
            <a:prstGeom prst="rect">
              <a:avLst/>
            </a:prstGeom>
            <a:solidFill>
              <a:srgbClr val="58A618"/>
            </a:solidFill>
            <a:ln>
              <a:noFill/>
            </a:ln>
          </p:spPr>
          <p:txBody>
            <a:bodyPr wrap="none" anchor="ctr"/>
            <a:lstStyle/>
            <a:p>
              <a:pPr>
                <a:lnSpc>
                  <a:spcPct val="90000"/>
                </a:lnSpc>
                <a:defRPr/>
              </a:pPr>
              <a:endParaRPr lang="ja-JP" altLang="en-US" sz="1950"/>
            </a:p>
          </p:txBody>
        </p:sp>
        <p:sp>
          <p:nvSpPr>
            <p:cNvPr id="5" name="Rectangle 123">
              <a:extLst>
                <a:ext uri="{FF2B5EF4-FFF2-40B4-BE49-F238E27FC236}">
                  <a16:creationId xmlns:a16="http://schemas.microsoft.com/office/drawing/2014/main" id="{32C9BFFD-B0E5-1A3F-3AFF-615C5C6B720E}"/>
                </a:ext>
              </a:extLst>
            </p:cNvPr>
            <p:cNvSpPr>
              <a:spLocks noChangeArrowheads="1"/>
            </p:cNvSpPr>
            <p:nvPr userDrawn="1"/>
          </p:nvSpPr>
          <p:spPr bwMode="auto">
            <a:xfrm>
              <a:off x="232" y="4205"/>
              <a:ext cx="121" cy="123"/>
            </a:xfrm>
            <a:prstGeom prst="rect">
              <a:avLst/>
            </a:prstGeom>
            <a:solidFill>
              <a:srgbClr val="EAAB00"/>
            </a:solidFill>
            <a:ln>
              <a:noFill/>
            </a:ln>
          </p:spPr>
          <p:txBody>
            <a:bodyPr wrap="none" anchor="ctr"/>
            <a:lstStyle/>
            <a:p>
              <a:pPr>
                <a:lnSpc>
                  <a:spcPct val="90000"/>
                </a:lnSpc>
                <a:defRPr/>
              </a:pPr>
              <a:endParaRPr lang="ja-JP" altLang="en-US" sz="1950"/>
            </a:p>
          </p:txBody>
        </p:sp>
        <p:sp>
          <p:nvSpPr>
            <p:cNvPr id="6" name="Rectangle 124">
              <a:extLst>
                <a:ext uri="{FF2B5EF4-FFF2-40B4-BE49-F238E27FC236}">
                  <a16:creationId xmlns:a16="http://schemas.microsoft.com/office/drawing/2014/main" id="{55EA9A3D-A5D9-D6BA-18CF-711B2CE30DF0}"/>
                </a:ext>
              </a:extLst>
            </p:cNvPr>
            <p:cNvSpPr>
              <a:spLocks noChangeArrowheads="1"/>
            </p:cNvSpPr>
            <p:nvPr userDrawn="1"/>
          </p:nvSpPr>
          <p:spPr bwMode="auto">
            <a:xfrm>
              <a:off x="353" y="4084"/>
              <a:ext cx="121" cy="123"/>
            </a:xfrm>
            <a:prstGeom prst="rect">
              <a:avLst/>
            </a:prstGeom>
            <a:solidFill>
              <a:srgbClr val="0098C3"/>
            </a:solidFill>
            <a:ln>
              <a:noFill/>
            </a:ln>
          </p:spPr>
          <p:txBody>
            <a:bodyPr wrap="none" anchor="ctr"/>
            <a:lstStyle/>
            <a:p>
              <a:pPr>
                <a:lnSpc>
                  <a:spcPct val="90000"/>
                </a:lnSpc>
                <a:defRPr/>
              </a:pPr>
              <a:endParaRPr lang="ja-JP" altLang="en-US" sz="1950"/>
            </a:p>
          </p:txBody>
        </p:sp>
        <p:pic>
          <p:nvPicPr>
            <p:cNvPr id="7" name="Picture 39" descr="humanit">
              <a:extLst>
                <a:ext uri="{FF2B5EF4-FFF2-40B4-BE49-F238E27FC236}">
                  <a16:creationId xmlns:a16="http://schemas.microsoft.com/office/drawing/2014/main" id="{AF9C58FF-E4F1-52FE-402E-BDA1A4DD3525}"/>
                </a:ext>
              </a:extLst>
            </p:cNvPr>
            <p:cNvPicPr>
              <a:picLocks noChangeAspect="1" noChangeArrowheads="1"/>
            </p:cNvPicPr>
            <p:nvPr userDrawn="1"/>
          </p:nvPicPr>
          <p:blipFill>
            <a:blip r:embed="rId3"/>
            <a:srcRect/>
            <a:stretch>
              <a:fillRect/>
            </a:stretch>
          </p:blipFill>
          <p:spPr bwMode="auto">
            <a:xfrm>
              <a:off x="564" y="4158"/>
              <a:ext cx="704" cy="96"/>
            </a:xfrm>
            <a:prstGeom prst="rect">
              <a:avLst/>
            </a:prstGeom>
            <a:noFill/>
            <a:ln w="9525">
              <a:noFill/>
              <a:miter lim="800000"/>
              <a:headEnd/>
              <a:tailEnd/>
            </a:ln>
          </p:spPr>
        </p:pic>
      </p:grpSp>
    </p:spTree>
    <p:extLst>
      <p:ext uri="{BB962C8B-B14F-4D97-AF65-F5344CB8AC3E}">
        <p14:creationId xmlns:p14="http://schemas.microsoft.com/office/powerpoint/2010/main" val="3569927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タイトルのみ">
    <p:spTree>
      <p:nvGrpSpPr>
        <p:cNvPr id="1" name=""/>
        <p:cNvGrpSpPr/>
        <p:nvPr/>
      </p:nvGrpSpPr>
      <p:grpSpPr>
        <a:xfrm>
          <a:off x="0" y="0"/>
          <a:ext cx="0" cy="0"/>
          <a:chOff x="0" y="0"/>
          <a:chExt cx="0" cy="0"/>
        </a:xfrm>
      </p:grpSpPr>
      <p:sp>
        <p:nvSpPr>
          <p:cNvPr id="2" name="タイトル 1"/>
          <p:cNvSpPr>
            <a:spLocks noGrp="1"/>
          </p:cNvSpPr>
          <p:nvPr userDrawn="1">
            <p:ph type="title"/>
          </p:nvPr>
        </p:nvSpPr>
        <p:spPr bwMode="gray">
          <a:xfrm>
            <a:off x="113192" y="134612"/>
            <a:ext cx="7486488" cy="369332"/>
          </a:xfrm>
          <a:prstGeom prst="rect">
            <a:avLst/>
          </a:prstGeom>
        </p:spPr>
        <p:txBody>
          <a:bodyPr wrap="square">
            <a:spAutoFit/>
          </a:bodyPr>
          <a:lstStyle>
            <a:lvl1pPr>
              <a:defRPr sz="2000" b="1">
                <a:solidFill>
                  <a:schemeClr val="tx1"/>
                </a:solidFill>
                <a:latin typeface="+mj-ea"/>
                <a:ea typeface="+mj-ea"/>
              </a:defRPr>
            </a:lvl1pPr>
          </a:lstStyle>
          <a:p>
            <a:r>
              <a:rPr lang="ja-JP" altLang="en-US"/>
              <a:t>マスタ タイトルの書式設定</a:t>
            </a:r>
          </a:p>
        </p:txBody>
      </p:sp>
      <p:sp>
        <p:nvSpPr>
          <p:cNvPr id="36"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73" name="正方形/長方形 11"/>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74" name="グループ化 62"/>
          <p:cNvGrpSpPr/>
          <p:nvPr userDrawn="1"/>
        </p:nvGrpSpPr>
        <p:grpSpPr bwMode="gray">
          <a:xfrm>
            <a:off x="-3" y="595775"/>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sp>
        <p:nvSpPr>
          <p:cNvPr id="48"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2023. All rights reserved.</a:t>
            </a:r>
          </a:p>
        </p:txBody>
      </p:sp>
      <p:pic>
        <p:nvPicPr>
          <p:cNvPr id="49" name="図 48" descr="ea60_010_030_dwin.wmf"/>
          <p:cNvPicPr>
            <a:picLocks noChangeAspect="1"/>
          </p:cNvPicPr>
          <p:nvPr userDrawn="1"/>
        </p:nvPicPr>
        <p:blipFill>
          <a:blip r:embed="rId2"/>
          <a:stretch>
            <a:fillRect/>
          </a:stretch>
        </p:blipFill>
        <p:spPr>
          <a:xfrm>
            <a:off x="7774175" y="138115"/>
            <a:ext cx="1195200" cy="342857"/>
          </a:xfrm>
          <a:prstGeom prst="rect">
            <a:avLst/>
          </a:prstGeom>
        </p:spPr>
      </p:pic>
      <p:sp>
        <p:nvSpPr>
          <p:cNvPr id="4" name="テキスト プレースホルダー 3">
            <a:extLst>
              <a:ext uri="{FF2B5EF4-FFF2-40B4-BE49-F238E27FC236}">
                <a16:creationId xmlns:a16="http://schemas.microsoft.com/office/drawing/2014/main" id="{F238AEB8-98B9-6FB4-36A0-6110A86B7D40}"/>
              </a:ext>
            </a:extLst>
          </p:cNvPr>
          <p:cNvSpPr>
            <a:spLocks noGrp="1"/>
          </p:cNvSpPr>
          <p:nvPr>
            <p:ph type="body" sz="quarter" idx="10"/>
          </p:nvPr>
        </p:nvSpPr>
        <p:spPr>
          <a:xfrm>
            <a:off x="0" y="654615"/>
            <a:ext cx="9144000" cy="526486"/>
          </a:xfrm>
          <a:prstGeom prst="rect">
            <a:avLst/>
          </a:prstGeom>
          <a:solidFill>
            <a:srgbClr val="CE3256"/>
          </a:solidFill>
        </p:spPr>
        <p:txBody>
          <a:bodyPr wrap="none" anchor="ctr"/>
          <a:lstStyle>
            <a:lvl1pPr marL="0" indent="0" algn="ctr">
              <a:buNone/>
              <a:defRPr sz="2000" b="1">
                <a:solidFill>
                  <a:schemeClr val="bg1"/>
                </a:solidFill>
              </a:defRPr>
            </a:lvl1pPr>
          </a:lstStyle>
          <a:p>
            <a:pPr lvl="0"/>
            <a:endParaRPr kumimoji="1" lang="ja-JP" altLang="en-US"/>
          </a:p>
        </p:txBody>
      </p:sp>
    </p:spTree>
    <p:extLst>
      <p:ext uri="{BB962C8B-B14F-4D97-AF65-F5344CB8AC3E}">
        <p14:creationId xmlns:p14="http://schemas.microsoft.com/office/powerpoint/2010/main" val="1934279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2_白紙">
    <p:spTree>
      <p:nvGrpSpPr>
        <p:cNvPr id="1" name=""/>
        <p:cNvGrpSpPr/>
        <p:nvPr/>
      </p:nvGrpSpPr>
      <p:grpSpPr>
        <a:xfrm>
          <a:off x="0" y="0"/>
          <a:ext cx="0" cy="0"/>
          <a:chOff x="0" y="0"/>
          <a:chExt cx="0" cy="0"/>
        </a:xfrm>
      </p:grpSpPr>
      <p:pic>
        <p:nvPicPr>
          <p:cNvPr id="4" name="図 3" descr="ea60_010_030_dwin.wmf"/>
          <p:cNvPicPr>
            <a:picLocks noChangeAspect="1"/>
          </p:cNvPicPr>
          <p:nvPr userDrawn="1"/>
        </p:nvPicPr>
        <p:blipFill>
          <a:blip r:embed="rId2"/>
          <a:stretch>
            <a:fillRect/>
          </a:stretch>
        </p:blipFill>
        <p:spPr>
          <a:xfrm>
            <a:off x="3222917" y="2167156"/>
            <a:ext cx="2698166" cy="774000"/>
          </a:xfrm>
          <a:prstGeom prst="rect">
            <a:avLst/>
          </a:prstGeom>
        </p:spPr>
      </p:pic>
    </p:spTree>
    <p:extLst>
      <p:ext uri="{BB962C8B-B14F-4D97-AF65-F5344CB8AC3E}">
        <p14:creationId xmlns:p14="http://schemas.microsoft.com/office/powerpoint/2010/main" val="2227037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a:defRPr/>
            </a:pPr>
            <a:fld id="{790173A9-6621-4FFE-BC07-AC198BDD4C9A}" type="slidenum">
              <a:rPr lang="en-US" altLang="ja-JP" smtClean="0"/>
              <a:pPr>
                <a:defRPr/>
              </a:pPr>
              <a:t>‹#›</a:t>
            </a:fld>
            <a:endParaRPr lang="en-US" altLang="ja-JP"/>
          </a:p>
        </p:txBody>
      </p:sp>
      <p:grpSp>
        <p:nvGrpSpPr>
          <p:cNvPr id="57" name="グループ化 56"/>
          <p:cNvGrpSpPr>
            <a:grpSpLocks noChangeAspect="1"/>
          </p:cNvGrpSpPr>
          <p:nvPr userDrawn="1"/>
        </p:nvGrpSpPr>
        <p:grpSpPr>
          <a:xfrm>
            <a:off x="6848840" y="402726"/>
            <a:ext cx="1764681" cy="507223"/>
            <a:chOff x="6642100" y="547566"/>
            <a:chExt cx="1982788" cy="569913"/>
          </a:xfrm>
        </p:grpSpPr>
        <p:sp>
          <p:nvSpPr>
            <p:cNvPr id="58" name="Freeform 5"/>
            <p:cNvSpPr>
              <a:spLocks/>
            </p:cNvSpPr>
            <p:nvPr/>
          </p:nvSpPr>
          <p:spPr bwMode="auto">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59" name="Freeform 7"/>
            <p:cNvSpPr>
              <a:spLocks/>
            </p:cNvSpPr>
            <p:nvPr/>
          </p:nvSpPr>
          <p:spPr bwMode="auto">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0" name="Freeform 9"/>
            <p:cNvSpPr>
              <a:spLocks noEditPoints="1"/>
            </p:cNvSpPr>
            <p:nvPr/>
          </p:nvSpPr>
          <p:spPr bwMode="auto">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1" name="Rectangle 12"/>
            <p:cNvSpPr>
              <a:spLocks noChangeArrowheads="1"/>
            </p:cNvSpPr>
            <p:nvPr/>
          </p:nvSpPr>
          <p:spPr bwMode="auto">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2" name="Freeform 13"/>
            <p:cNvSpPr>
              <a:spLocks/>
            </p:cNvSpPr>
            <p:nvPr/>
          </p:nvSpPr>
          <p:spPr bwMode="auto">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3" name="Rectangle 15"/>
            <p:cNvSpPr>
              <a:spLocks noChangeArrowheads="1"/>
            </p:cNvSpPr>
            <p:nvPr/>
          </p:nvSpPr>
          <p:spPr bwMode="auto">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4" name="Freeform 16"/>
            <p:cNvSpPr>
              <a:spLocks/>
            </p:cNvSpPr>
            <p:nvPr/>
          </p:nvSpPr>
          <p:spPr bwMode="auto">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5" name="Freeform 18"/>
            <p:cNvSpPr>
              <a:spLocks/>
            </p:cNvSpPr>
            <p:nvPr/>
          </p:nvSpPr>
          <p:spPr bwMode="auto">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6" name="Freeform 20"/>
            <p:cNvSpPr>
              <a:spLocks/>
            </p:cNvSpPr>
            <p:nvPr/>
          </p:nvSpPr>
          <p:spPr bwMode="auto">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7" name="Freeform 22"/>
            <p:cNvSpPr>
              <a:spLocks/>
            </p:cNvSpPr>
            <p:nvPr/>
          </p:nvSpPr>
          <p:spPr bwMode="auto">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8" name="Freeform 24"/>
            <p:cNvSpPr>
              <a:spLocks noEditPoints="1"/>
            </p:cNvSpPr>
            <p:nvPr/>
          </p:nvSpPr>
          <p:spPr bwMode="auto">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9" name="Freeform 27"/>
            <p:cNvSpPr>
              <a:spLocks/>
            </p:cNvSpPr>
            <p:nvPr/>
          </p:nvSpPr>
          <p:spPr bwMode="auto">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0" name="Freeform 29"/>
            <p:cNvSpPr>
              <a:spLocks/>
            </p:cNvSpPr>
            <p:nvPr/>
          </p:nvSpPr>
          <p:spPr bwMode="auto">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1" name="Freeform 31"/>
            <p:cNvSpPr>
              <a:spLocks/>
            </p:cNvSpPr>
            <p:nvPr/>
          </p:nvSpPr>
          <p:spPr bwMode="auto">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2" name="Freeform 33"/>
            <p:cNvSpPr>
              <a:spLocks noEditPoints="1"/>
            </p:cNvSpPr>
            <p:nvPr/>
          </p:nvSpPr>
          <p:spPr bwMode="auto">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3" name="Freeform 36"/>
            <p:cNvSpPr>
              <a:spLocks/>
            </p:cNvSpPr>
            <p:nvPr/>
          </p:nvSpPr>
          <p:spPr bwMode="auto">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4" name="Freeform 38"/>
            <p:cNvSpPr>
              <a:spLocks noEditPoints="1"/>
            </p:cNvSpPr>
            <p:nvPr/>
          </p:nvSpPr>
          <p:spPr bwMode="auto">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5" name="Freeform 41"/>
            <p:cNvSpPr>
              <a:spLocks/>
            </p:cNvSpPr>
            <p:nvPr/>
          </p:nvSpPr>
          <p:spPr bwMode="auto">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6" name="Freeform 43"/>
            <p:cNvSpPr>
              <a:spLocks/>
            </p:cNvSpPr>
            <p:nvPr/>
          </p:nvSpPr>
          <p:spPr bwMode="auto">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9" name="Freeform 45"/>
            <p:cNvSpPr>
              <a:spLocks noEditPoints="1"/>
            </p:cNvSpPr>
            <p:nvPr/>
          </p:nvSpPr>
          <p:spPr bwMode="auto">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0" name="Freeform 48"/>
            <p:cNvSpPr>
              <a:spLocks/>
            </p:cNvSpPr>
            <p:nvPr/>
          </p:nvSpPr>
          <p:spPr bwMode="auto">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1" name="Freeform 50"/>
            <p:cNvSpPr>
              <a:spLocks/>
            </p:cNvSpPr>
            <p:nvPr/>
          </p:nvSpPr>
          <p:spPr bwMode="auto">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2" name="Freeform 52"/>
            <p:cNvSpPr>
              <a:spLocks/>
            </p:cNvSpPr>
            <p:nvPr/>
          </p:nvSpPr>
          <p:spPr bwMode="auto">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grpSp>
      <p:grpSp>
        <p:nvGrpSpPr>
          <p:cNvPr id="32" name="グループ化 31"/>
          <p:cNvGrpSpPr/>
          <p:nvPr userDrawn="1"/>
        </p:nvGrpSpPr>
        <p:grpSpPr>
          <a:xfrm>
            <a:off x="312580" y="2039030"/>
            <a:ext cx="8518840" cy="89695"/>
            <a:chOff x="312580" y="2039028"/>
            <a:chExt cx="8518840" cy="108791"/>
          </a:xfrm>
        </p:grpSpPr>
        <p:grpSp>
          <p:nvGrpSpPr>
            <p:cNvPr id="34" name="グループ化 251"/>
            <p:cNvGrpSpPr/>
            <p:nvPr userDrawn="1"/>
          </p:nvGrpSpPr>
          <p:grpSpPr>
            <a:xfrm>
              <a:off x="312580" y="2039028"/>
              <a:ext cx="8518840" cy="108791"/>
              <a:chOff x="312740" y="2039028"/>
              <a:chExt cx="8518840" cy="108791"/>
            </a:xfrm>
          </p:grpSpPr>
          <p:sp>
            <p:nvSpPr>
              <p:cNvPr id="39" name="正方形/長方形 11"/>
              <p:cNvSpPr>
                <a:spLocks noChangeArrowheads="1"/>
              </p:cNvSpPr>
              <p:nvPr/>
            </p:nvSpPr>
            <p:spPr bwMode="auto">
              <a:xfrm>
                <a:off x="312740" y="2039028"/>
                <a:ext cx="8518840" cy="108791"/>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sp>
            <p:nvSpPr>
              <p:cNvPr id="40" name="正方形/長方形 39"/>
              <p:cNvSpPr/>
              <p:nvPr/>
            </p:nvSpPr>
            <p:spPr bwMode="auto">
              <a:xfrm>
                <a:off x="312740" y="2039028"/>
                <a:ext cx="1753373" cy="108791"/>
              </a:xfrm>
              <a:prstGeom prst="rect">
                <a:avLst/>
              </a:prstGeom>
              <a:solidFill>
                <a:srgbClr val="FD0014"/>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grpSp>
        <p:sp>
          <p:nvSpPr>
            <p:cNvPr id="36" name="正方形/長方形 35"/>
            <p:cNvSpPr/>
            <p:nvPr/>
          </p:nvSpPr>
          <p:spPr bwMode="auto">
            <a:xfrm>
              <a:off x="312740" y="2039028"/>
              <a:ext cx="877393" cy="108791"/>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nvGrpSpPr>
          <p:cNvPr id="41" name="Group 39"/>
          <p:cNvGrpSpPr>
            <a:grpSpLocks/>
          </p:cNvGrpSpPr>
          <p:nvPr userDrawn="1"/>
        </p:nvGrpSpPr>
        <p:grpSpPr bwMode="auto">
          <a:xfrm>
            <a:off x="-591" y="3959126"/>
            <a:ext cx="2406651" cy="1187450"/>
            <a:chOff x="-11" y="3580"/>
            <a:chExt cx="1516" cy="748"/>
          </a:xfrm>
        </p:grpSpPr>
        <p:sp>
          <p:nvSpPr>
            <p:cNvPr id="42" name="Rectangle 224"/>
            <p:cNvSpPr>
              <a:spLocks noChangeArrowheads="1"/>
            </p:cNvSpPr>
            <p:nvPr userDrawn="1"/>
          </p:nvSpPr>
          <p:spPr bwMode="auto">
            <a:xfrm>
              <a:off x="-11" y="3945"/>
              <a:ext cx="377" cy="383"/>
            </a:xfrm>
            <a:prstGeom prst="rect">
              <a:avLst/>
            </a:prstGeom>
            <a:solidFill>
              <a:srgbClr val="58A618"/>
            </a:solidFill>
            <a:ln>
              <a:noFill/>
            </a:ln>
          </p:spPr>
          <p:txBody>
            <a:bodyPr wrap="none" anchor="ctr"/>
            <a:lstStyle/>
            <a:p>
              <a:pPr>
                <a:lnSpc>
                  <a:spcPct val="90000"/>
                </a:lnSpc>
                <a:defRPr/>
              </a:pPr>
              <a:endParaRPr lang="ja-JP" altLang="en-US"/>
            </a:p>
          </p:txBody>
        </p:sp>
        <p:sp>
          <p:nvSpPr>
            <p:cNvPr id="49" name="Rectangle 225"/>
            <p:cNvSpPr>
              <a:spLocks noChangeArrowheads="1"/>
            </p:cNvSpPr>
            <p:nvPr userDrawn="1"/>
          </p:nvSpPr>
          <p:spPr bwMode="auto">
            <a:xfrm>
              <a:off x="366" y="3764"/>
              <a:ext cx="179" cy="182"/>
            </a:xfrm>
            <a:prstGeom prst="rect">
              <a:avLst/>
            </a:prstGeom>
            <a:solidFill>
              <a:srgbClr val="EAAB00"/>
            </a:solidFill>
            <a:ln>
              <a:noFill/>
            </a:ln>
          </p:spPr>
          <p:txBody>
            <a:bodyPr wrap="none" anchor="ctr"/>
            <a:lstStyle/>
            <a:p>
              <a:pPr>
                <a:lnSpc>
                  <a:spcPct val="90000"/>
                </a:lnSpc>
                <a:defRPr/>
              </a:pPr>
              <a:endParaRPr lang="ja-JP" altLang="en-US"/>
            </a:p>
          </p:txBody>
        </p:sp>
        <p:sp>
          <p:nvSpPr>
            <p:cNvPr id="50" name="Rectangle 226"/>
            <p:cNvSpPr>
              <a:spLocks noChangeArrowheads="1"/>
            </p:cNvSpPr>
            <p:nvPr userDrawn="1"/>
          </p:nvSpPr>
          <p:spPr bwMode="auto">
            <a:xfrm>
              <a:off x="183" y="3580"/>
              <a:ext cx="183" cy="185"/>
            </a:xfrm>
            <a:prstGeom prst="rect">
              <a:avLst/>
            </a:prstGeom>
            <a:solidFill>
              <a:srgbClr val="0098C3"/>
            </a:solidFill>
            <a:ln>
              <a:noFill/>
            </a:ln>
          </p:spPr>
          <p:txBody>
            <a:bodyPr wrap="none" anchor="ctr"/>
            <a:lstStyle/>
            <a:p>
              <a:pPr>
                <a:lnSpc>
                  <a:spcPct val="90000"/>
                </a:lnSpc>
                <a:defRPr/>
              </a:pPr>
              <a:endParaRPr lang="ja-JP" altLang="en-US"/>
            </a:p>
          </p:txBody>
        </p:sp>
        <p:sp>
          <p:nvSpPr>
            <p:cNvPr id="51" name="Rectangle 227"/>
            <p:cNvSpPr>
              <a:spLocks noChangeArrowheads="1"/>
            </p:cNvSpPr>
            <p:nvPr userDrawn="1"/>
          </p:nvSpPr>
          <p:spPr bwMode="auto">
            <a:xfrm>
              <a:off x="546" y="3580"/>
              <a:ext cx="183" cy="185"/>
            </a:xfrm>
            <a:prstGeom prst="rect">
              <a:avLst/>
            </a:prstGeom>
            <a:solidFill>
              <a:srgbClr val="D9D9D9"/>
            </a:solidFill>
            <a:ln>
              <a:noFill/>
            </a:ln>
          </p:spPr>
          <p:txBody>
            <a:bodyPr wrap="none" anchor="ctr"/>
            <a:lstStyle/>
            <a:p>
              <a:pPr>
                <a:lnSpc>
                  <a:spcPct val="90000"/>
                </a:lnSpc>
                <a:defRPr/>
              </a:pPr>
              <a:endParaRPr lang="ja-JP" altLang="en-US"/>
            </a:p>
          </p:txBody>
        </p:sp>
        <p:pic>
          <p:nvPicPr>
            <p:cNvPr id="52" name="Picture 38" descr="humanit"/>
            <p:cNvPicPr>
              <a:picLocks noChangeAspect="1" noChangeArrowheads="1"/>
            </p:cNvPicPr>
            <p:nvPr userDrawn="1"/>
          </p:nvPicPr>
          <p:blipFill>
            <a:blip r:embed="rId2"/>
            <a:srcRect/>
            <a:stretch>
              <a:fillRect/>
            </a:stretch>
          </p:blipFill>
          <p:spPr bwMode="auto">
            <a:xfrm>
              <a:off x="518" y="4046"/>
              <a:ext cx="987" cy="135"/>
            </a:xfrm>
            <a:prstGeom prst="rect">
              <a:avLst/>
            </a:prstGeom>
            <a:noFill/>
            <a:ln w="9525">
              <a:noFill/>
              <a:miter lim="800000"/>
              <a:headEnd/>
              <a:tailEnd/>
            </a:ln>
          </p:spPr>
        </p:pic>
      </p:grpSp>
      <p:sp>
        <p:nvSpPr>
          <p:cNvPr id="77" name="Text Box 13"/>
          <p:cNvSpPr txBox="1">
            <a:spLocks noChangeArrowheads="1"/>
          </p:cNvSpPr>
          <p:nvPr userDrawn="1"/>
        </p:nvSpPr>
        <p:spPr bwMode="auto">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タイトルのみ">
    <p:spTree>
      <p:nvGrpSpPr>
        <p:cNvPr id="1" name=""/>
        <p:cNvGrpSpPr/>
        <p:nvPr/>
      </p:nvGrpSpPr>
      <p:grpSpPr>
        <a:xfrm>
          <a:off x="0" y="0"/>
          <a:ext cx="0" cy="0"/>
          <a:chOff x="0" y="0"/>
          <a:chExt cx="0" cy="0"/>
        </a:xfrm>
      </p:grpSpPr>
      <p:grpSp>
        <p:nvGrpSpPr>
          <p:cNvPr id="35" name="グループ化 34"/>
          <p:cNvGrpSpPr/>
          <p:nvPr userDrawn="1"/>
        </p:nvGrpSpPr>
        <p:grpSpPr bwMode="gray">
          <a:xfrm>
            <a:off x="324496" y="2057427"/>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sp>
        <p:nvSpPr>
          <p:cNvPr id="41" name="Text Box 13"/>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2021. All rights reserved.</a:t>
            </a:r>
          </a:p>
        </p:txBody>
      </p:sp>
      <p:sp>
        <p:nvSpPr>
          <p:cNvPr id="42" name="スライド番号プレースホルダ 2"/>
          <p:cNvSpPr>
            <a:spLocks noGrp="1"/>
          </p:cNvSpPr>
          <p:nvPr userDrawn="1">
            <p:ph type="sldNum" sz="quarter" idx="10"/>
          </p:nvPr>
        </p:nvSpPr>
        <p:spPr bwMode="gray">
          <a:xfrm>
            <a:off x="8560363" y="4916262"/>
            <a:ext cx="488951" cy="228600"/>
          </a:xfrm>
          <a:prstGeom prst="rect">
            <a:avLst/>
          </a:prstGeom>
        </p:spPr>
        <p:txBody>
          <a:bodyPr lIns="146288" tIns="73142" rIns="146288" bIns="73142"/>
          <a:lstStyle>
            <a:lvl1pPr algn="r">
              <a:defRPr sz="900" smtClean="0">
                <a:solidFill>
                  <a:schemeClr val="tx1"/>
                </a:solidFill>
                <a:latin typeface="Arial" pitchFamily="34" charset="0"/>
                <a:cs typeface="Arial" pitchFamily="34" charset="0"/>
              </a:defRPr>
            </a:lvl1pPr>
          </a:lstStyle>
          <a:p>
            <a:pPr defTabSz="457178">
              <a:defRPr/>
            </a:pPr>
            <a:fld id="{790173A9-6621-4FFE-BC07-AC198BDD4C9A}" type="slidenum">
              <a:rPr lang="en-US" altLang="ja-JP" smtClean="0">
                <a:solidFill>
                  <a:prstClr val="black"/>
                </a:solidFill>
              </a:rPr>
              <a:pPr defTabSz="457178">
                <a:defRPr/>
              </a:pPr>
              <a:t>‹#›</a:t>
            </a:fld>
            <a:endParaRPr lang="en-US" altLang="ja-JP">
              <a:solidFill>
                <a:prstClr val="black"/>
              </a:solidFill>
            </a:endParaRPr>
          </a:p>
        </p:txBody>
      </p:sp>
      <p:sp>
        <p:nvSpPr>
          <p:cNvPr id="43" name="タイトル 1"/>
          <p:cNvSpPr>
            <a:spLocks noGrp="1"/>
          </p:cNvSpPr>
          <p:nvPr>
            <p:ph type="title" hasCustomPrompt="1"/>
          </p:nvPr>
        </p:nvSpPr>
        <p:spPr bwMode="gray">
          <a:xfrm>
            <a:off x="2138613" y="2427853"/>
            <a:ext cx="1989808" cy="513197"/>
          </a:xfrm>
          <a:prstGeom prst="rect">
            <a:avLst/>
          </a:prstGeom>
        </p:spPr>
        <p:txBody>
          <a:bodyPr wrap="none" lIns="146288" tIns="73142" rIns="146288" bIns="73142">
            <a:spAutoFit/>
          </a:bodyPr>
          <a:lstStyle>
            <a:lvl1pPr>
              <a:lnSpc>
                <a:spcPct val="100000"/>
              </a:lnSpc>
              <a:defRPr sz="1900">
                <a:solidFill>
                  <a:schemeClr val="tx1"/>
                </a:solidFill>
                <a:latin typeface="+mj-lt"/>
                <a:ea typeface="HGP創英角ｺﾞｼｯｸUB" pitchFamily="50" charset="-128"/>
              </a:defRPr>
            </a:lvl1pPr>
          </a:lstStyle>
          <a:p>
            <a:r>
              <a:rPr lang="en-US" altLang="ja-JP" b="1">
                <a:latin typeface="+mj-lt"/>
                <a:cs typeface="Arial" charset="0"/>
              </a:rPr>
              <a:t>Master Title</a:t>
            </a:r>
            <a:endParaRPr lang="ja-JP" altLang="en-US"/>
          </a:p>
        </p:txBody>
      </p:sp>
      <p:grpSp>
        <p:nvGrpSpPr>
          <p:cNvPr id="194" name="グループ化 193"/>
          <p:cNvGrpSpPr>
            <a:grpSpLocks noChangeAspect="1"/>
          </p:cNvGrpSpPr>
          <p:nvPr userDrawn="1"/>
        </p:nvGrpSpPr>
        <p:grpSpPr bwMode="gray">
          <a:xfrm>
            <a:off x="7055471" y="402736"/>
            <a:ext cx="1764681" cy="507223"/>
            <a:chOff x="6642100" y="547566"/>
            <a:chExt cx="1982788" cy="569913"/>
          </a:xfrm>
        </p:grpSpPr>
        <p:sp>
          <p:nvSpPr>
            <p:cNvPr id="195"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96"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97"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98"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99"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0"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1"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2"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3"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4"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5"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6"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7"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8"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9"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0"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1"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2"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3"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4"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5"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6"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7"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spcBef>
                  <a:spcPts val="0"/>
                </a:spcBef>
                <a:spcAft>
                  <a:spcPts val="0"/>
                </a:spcAft>
                <a:defRPr/>
              </a:pPr>
              <a:endParaRPr kumimoji="0" lang="ja-JP" altLang="en-US" sz="1813" kern="0">
                <a:solidFill>
                  <a:sysClr val="windowText" lastClr="000000"/>
                </a:solidFill>
              </a:endParaRPr>
            </a:p>
          </p:txBody>
        </p:sp>
      </p:grpSp>
    </p:spTree>
    <p:extLst>
      <p:ext uri="{BB962C8B-B14F-4D97-AF65-F5344CB8AC3E}">
        <p14:creationId xmlns:p14="http://schemas.microsoft.com/office/powerpoint/2010/main" val="1235661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3" y="4916262"/>
            <a:ext cx="488951" cy="228600"/>
          </a:xfrm>
          <a:prstGeom prst="rect">
            <a:avLst/>
          </a:prstGeom>
        </p:spPr>
        <p:txBody>
          <a:bodyPr lIns="146288" tIns="73142" rIns="146288" bIns="73142"/>
          <a:lstStyle>
            <a:lvl1pPr algn="r">
              <a:defRPr sz="900" smtClean="0">
                <a:solidFill>
                  <a:schemeClr val="tx1"/>
                </a:solidFill>
                <a:latin typeface="Arial" pitchFamily="34" charset="0"/>
                <a:cs typeface="Arial" pitchFamily="34" charset="0"/>
              </a:defRPr>
            </a:lvl1pPr>
          </a:lstStyle>
          <a:p>
            <a:pPr defTabSz="457178">
              <a:defRPr/>
            </a:pPr>
            <a:fld id="{790173A9-6621-4FFE-BC07-AC198BDD4C9A}" type="slidenum">
              <a:rPr lang="en-US" altLang="ja-JP" smtClean="0">
                <a:solidFill>
                  <a:prstClr val="black"/>
                </a:solidFill>
              </a:rPr>
              <a:pPr defTabSz="457178">
                <a:defRPr/>
              </a:pPr>
              <a:t>‹#›</a:t>
            </a:fld>
            <a:endParaRPr lang="en-US" altLang="ja-JP">
              <a:solidFill>
                <a:prstClr val="black"/>
              </a:solidFill>
            </a:endParaRPr>
          </a:p>
        </p:txBody>
      </p:sp>
      <p:grpSp>
        <p:nvGrpSpPr>
          <p:cNvPr id="102" name="グループ化 101"/>
          <p:cNvGrpSpPr>
            <a:grpSpLocks noChangeAspect="1"/>
          </p:cNvGrpSpPr>
          <p:nvPr userDrawn="1"/>
        </p:nvGrpSpPr>
        <p:grpSpPr bwMode="gray">
          <a:xfrm>
            <a:off x="7055471" y="402736"/>
            <a:ext cx="1764681" cy="507223"/>
            <a:chOff x="6642100" y="547566"/>
            <a:chExt cx="1982788" cy="569913"/>
          </a:xfrm>
        </p:grpSpPr>
        <p:sp>
          <p:nvSpPr>
            <p:cNvPr id="10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4"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5"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6"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7"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8"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9"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0"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1"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2"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3"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4"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5"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6"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7"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8"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9"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0"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1"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2"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3"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4"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5"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spcBef>
                  <a:spcPts val="0"/>
                </a:spcBef>
                <a:spcAft>
                  <a:spcPts val="0"/>
                </a:spcAft>
                <a:defRPr/>
              </a:pPr>
              <a:endParaRPr kumimoji="0" lang="ja-JP" altLang="en-US" sz="1813" kern="0">
                <a:solidFill>
                  <a:sysClr val="windowText" lastClr="000000"/>
                </a:solidFill>
              </a:endParaRPr>
            </a:p>
          </p:txBody>
        </p:sp>
      </p:grpSp>
      <p:grpSp>
        <p:nvGrpSpPr>
          <p:cNvPr id="33" name="グループ化 32"/>
          <p:cNvGrpSpPr/>
          <p:nvPr userDrawn="1"/>
        </p:nvGrpSpPr>
        <p:grpSpPr bwMode="gray">
          <a:xfrm>
            <a:off x="324496" y="2057427"/>
            <a:ext cx="8495663" cy="97488"/>
            <a:chOff x="324487" y="2057426"/>
            <a:chExt cx="8495663" cy="97488"/>
          </a:xfrm>
        </p:grpSpPr>
        <p:sp>
          <p:nvSpPr>
            <p:cNvPr id="34"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35" name="グループ化 16"/>
            <p:cNvGrpSpPr/>
            <p:nvPr/>
          </p:nvGrpSpPr>
          <p:grpSpPr bwMode="gray">
            <a:xfrm>
              <a:off x="324487" y="2057426"/>
              <a:ext cx="1938812" cy="97488"/>
              <a:chOff x="312738" y="2747963"/>
              <a:chExt cx="1970087" cy="109537"/>
            </a:xfrm>
          </p:grpSpPr>
          <p:sp>
            <p:nvSpPr>
              <p:cNvPr id="36" name="正方形/長方形 35"/>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7" name="正方形/長方形 36"/>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sp>
        <p:nvSpPr>
          <p:cNvPr id="38" name="Text Box 13">
            <a:extLst>
              <a:ext uri="{FF2B5EF4-FFF2-40B4-BE49-F238E27FC236}">
                <a16:creationId xmlns:a16="http://schemas.microsoft.com/office/drawing/2014/main" id="{728AA398-9CF2-4A93-96D0-8328DBFBF2D7}"/>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2021. All rights reserved.</a:t>
            </a:r>
          </a:p>
        </p:txBody>
      </p:sp>
    </p:spTree>
    <p:extLst>
      <p:ext uri="{BB962C8B-B14F-4D97-AF65-F5344CB8AC3E}">
        <p14:creationId xmlns:p14="http://schemas.microsoft.com/office/powerpoint/2010/main" val="201754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3" y="4916262"/>
            <a:ext cx="488951" cy="228600"/>
          </a:xfrm>
          <a:prstGeom prst="rect">
            <a:avLst/>
          </a:prstGeom>
        </p:spPr>
        <p:txBody>
          <a:bodyPr lIns="146288" tIns="73142" rIns="146288" bIns="73142"/>
          <a:lstStyle>
            <a:lvl1pPr algn="r">
              <a:defRPr sz="900" smtClean="0">
                <a:solidFill>
                  <a:schemeClr val="tx1"/>
                </a:solidFill>
                <a:latin typeface="Arial" pitchFamily="34" charset="0"/>
                <a:cs typeface="Arial" pitchFamily="34" charset="0"/>
              </a:defRPr>
            </a:lvl1pPr>
          </a:lstStyle>
          <a:p>
            <a:pPr defTabSz="457178">
              <a:defRPr/>
            </a:pPr>
            <a:fld id="{790173A9-6621-4FFE-BC07-AC198BDD4C9A}" type="slidenum">
              <a:rPr lang="en-US" altLang="ja-JP" smtClean="0">
                <a:solidFill>
                  <a:prstClr val="black"/>
                </a:solidFill>
              </a:rPr>
              <a:pPr defTabSz="457178">
                <a:defRPr/>
              </a:pPr>
              <a:t>‹#›</a:t>
            </a:fld>
            <a:endParaRPr lang="en-US" altLang="ja-JP">
              <a:solidFill>
                <a:prstClr val="black"/>
              </a:solidFill>
            </a:endParaRPr>
          </a:p>
        </p:txBody>
      </p:sp>
      <p:grpSp>
        <p:nvGrpSpPr>
          <p:cNvPr id="102" name="グループ化 101"/>
          <p:cNvGrpSpPr>
            <a:grpSpLocks noChangeAspect="1"/>
          </p:cNvGrpSpPr>
          <p:nvPr userDrawn="1"/>
        </p:nvGrpSpPr>
        <p:grpSpPr bwMode="gray">
          <a:xfrm>
            <a:off x="7055471" y="402736"/>
            <a:ext cx="1764681" cy="507223"/>
            <a:chOff x="6642100" y="547566"/>
            <a:chExt cx="1982788" cy="569913"/>
          </a:xfrm>
        </p:grpSpPr>
        <p:sp>
          <p:nvSpPr>
            <p:cNvPr id="10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4"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5"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6"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7"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8"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9"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0"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1"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2"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3"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4"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5"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6"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7"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8"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9"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0"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1"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2"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3"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4"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5"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nvGrpSpPr>
          <p:cNvPr id="33" name="グループ化 32"/>
          <p:cNvGrpSpPr/>
          <p:nvPr userDrawn="1"/>
        </p:nvGrpSpPr>
        <p:grpSpPr bwMode="gray">
          <a:xfrm>
            <a:off x="324496" y="2057427"/>
            <a:ext cx="8495663" cy="97488"/>
            <a:chOff x="324487" y="2057426"/>
            <a:chExt cx="8495663" cy="97488"/>
          </a:xfrm>
        </p:grpSpPr>
        <p:sp>
          <p:nvSpPr>
            <p:cNvPr id="34"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35" name="グループ化 16"/>
            <p:cNvGrpSpPr/>
            <p:nvPr/>
          </p:nvGrpSpPr>
          <p:grpSpPr bwMode="gray">
            <a:xfrm>
              <a:off x="324487" y="2057426"/>
              <a:ext cx="1938812" cy="97488"/>
              <a:chOff x="312738" y="2747963"/>
              <a:chExt cx="1970087" cy="109537"/>
            </a:xfrm>
          </p:grpSpPr>
          <p:sp>
            <p:nvSpPr>
              <p:cNvPr id="36" name="正方形/長方形 35"/>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7" name="正方形/長方形 36"/>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sp>
        <p:nvSpPr>
          <p:cNvPr id="38" name="Text Box 13">
            <a:extLst>
              <a:ext uri="{FF2B5EF4-FFF2-40B4-BE49-F238E27FC236}">
                <a16:creationId xmlns:a16="http://schemas.microsoft.com/office/drawing/2014/main" id="{FD2D14DD-90E6-4F63-ACED-152381135FBD}"/>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2021. All rights reserved.</a:t>
            </a:r>
          </a:p>
        </p:txBody>
      </p:sp>
    </p:spTree>
    <p:extLst>
      <p:ext uri="{BB962C8B-B14F-4D97-AF65-F5344CB8AC3E}">
        <p14:creationId xmlns:p14="http://schemas.microsoft.com/office/powerpoint/2010/main" val="1187564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2_タイトルのみ">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bwMode="gray">
          <a:xfrm>
            <a:off x="566743" y="2365100"/>
            <a:ext cx="2158123" cy="476649"/>
          </a:xfrm>
          <a:prstGeom prst="rect">
            <a:avLst/>
          </a:prstGeom>
        </p:spPr>
        <p:txBody>
          <a:bodyPr wrap="none" lIns="146288" tIns="73142" rIns="146288" bIns="73142">
            <a:spAutoFit/>
          </a:bodyPr>
          <a:lstStyle>
            <a:lvl1pPr>
              <a:defRPr lang="en-US" altLang="ja-JP" sz="1900" b="1" smtClean="0">
                <a:solidFill>
                  <a:schemeClr val="tx1"/>
                </a:solidFill>
                <a:ea typeface="HGPｺﾞｼｯｸE" pitchFamily="50" charset="-128"/>
                <a:cs typeface="Arial" charset="0"/>
              </a:defRPr>
            </a:lvl1pPr>
          </a:lstStyle>
          <a:p>
            <a:r>
              <a:rPr lang="en-US" altLang="ja-JP" b="1">
                <a:latin typeface="+mj-lt"/>
                <a:ea typeface="HGPｺﾞｼｯｸE" pitchFamily="50" charset="-128"/>
                <a:cs typeface="Arial" charset="0"/>
              </a:rPr>
              <a:t>Chapter Title</a:t>
            </a:r>
            <a:endParaRPr lang="ja-JP" altLang="en-US"/>
          </a:p>
        </p:txBody>
      </p:sp>
      <p:sp>
        <p:nvSpPr>
          <p:cNvPr id="54" name="スライド番号プレースホルダ 2"/>
          <p:cNvSpPr txBox="1">
            <a:spLocks/>
          </p:cNvSpPr>
          <p:nvPr userDrawn="1"/>
        </p:nvSpPr>
        <p:spPr bwMode="gray">
          <a:xfrm>
            <a:off x="8560363" y="4916262"/>
            <a:ext cx="488951" cy="228600"/>
          </a:xfrm>
          <a:prstGeom prst="rect">
            <a:avLst/>
          </a:prstGeom>
        </p:spPr>
        <p:txBody>
          <a:bodyPr lIns="91430" tIns="45714" rIns="91430" bIns="45714"/>
          <a:lstStyle>
            <a:lvl1pPr algn="r">
              <a:defRPr sz="880" smtClean="0">
                <a:latin typeface="Arial" pitchFamily="34" charset="0"/>
                <a:cs typeface="Arial" pitchFamily="34" charset="0"/>
              </a:defRPr>
            </a:lvl1pPr>
          </a:lstStyle>
          <a:p>
            <a:pPr defTabSz="914252">
              <a:defRPr/>
            </a:pPr>
            <a:fld id="{790173A9-6621-4FFE-BC07-AC198BDD4C9A}" type="slidenum">
              <a:rPr lang="en-US" altLang="ja-JP" sz="1125">
                <a:solidFill>
                  <a:prstClr val="black"/>
                </a:solidFill>
              </a:rPr>
              <a:pPr defTabSz="914252">
                <a:defRPr/>
              </a:pPr>
              <a:t>‹#›</a:t>
            </a:fld>
            <a:endParaRPr lang="en-US" altLang="ja-JP" sz="1125">
              <a:solidFill>
                <a:prstClr val="black"/>
              </a:solidFill>
            </a:endParaRPr>
          </a:p>
        </p:txBody>
      </p:sp>
      <p:grpSp>
        <p:nvGrpSpPr>
          <p:cNvPr id="98" name="グループ化 97"/>
          <p:cNvGrpSpPr>
            <a:grpSpLocks noChangeAspect="1"/>
          </p:cNvGrpSpPr>
          <p:nvPr userDrawn="1"/>
        </p:nvGrpSpPr>
        <p:grpSpPr bwMode="gray">
          <a:xfrm>
            <a:off x="7055471" y="402736"/>
            <a:ext cx="1764681" cy="507223"/>
            <a:chOff x="6642100" y="547566"/>
            <a:chExt cx="1982788" cy="569913"/>
          </a:xfrm>
        </p:grpSpPr>
        <p:sp>
          <p:nvSpPr>
            <p:cNvPr id="99"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0"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1"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2"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3"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4"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5"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6"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7"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8"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9"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0"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1"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2"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3"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4"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5"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6"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7"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8"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9"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0"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1"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spcBef>
                  <a:spcPts val="0"/>
                </a:spcBef>
                <a:spcAft>
                  <a:spcPts val="0"/>
                </a:spcAft>
                <a:defRPr/>
              </a:pPr>
              <a:endParaRPr kumimoji="0" lang="ja-JP" altLang="en-US" sz="1813" kern="0">
                <a:solidFill>
                  <a:sysClr val="windowText" lastClr="000000"/>
                </a:solidFill>
              </a:endParaRPr>
            </a:p>
          </p:txBody>
        </p:sp>
      </p:grpSp>
      <p:grpSp>
        <p:nvGrpSpPr>
          <p:cNvPr id="34" name="グループ化 33"/>
          <p:cNvGrpSpPr/>
          <p:nvPr userDrawn="1"/>
        </p:nvGrpSpPr>
        <p:grpSpPr bwMode="gray">
          <a:xfrm>
            <a:off x="324496" y="2057427"/>
            <a:ext cx="8495663" cy="97488"/>
            <a:chOff x="324487" y="2057426"/>
            <a:chExt cx="8495663" cy="97488"/>
          </a:xfrm>
        </p:grpSpPr>
        <p:sp>
          <p:nvSpPr>
            <p:cNvPr id="35"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36" name="グループ化 16"/>
            <p:cNvGrpSpPr/>
            <p:nvPr/>
          </p:nvGrpSpPr>
          <p:grpSpPr bwMode="gray">
            <a:xfrm>
              <a:off x="324487" y="2057426"/>
              <a:ext cx="1938812" cy="97488"/>
              <a:chOff x="312738" y="2747963"/>
              <a:chExt cx="1970087" cy="109537"/>
            </a:xfrm>
          </p:grpSpPr>
          <p:sp>
            <p:nvSpPr>
              <p:cNvPr id="37" name="正方形/長方形 36"/>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8" name="正方形/長方形 37"/>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sp>
        <p:nvSpPr>
          <p:cNvPr id="39" name="Text Box 13">
            <a:extLst>
              <a:ext uri="{FF2B5EF4-FFF2-40B4-BE49-F238E27FC236}">
                <a16:creationId xmlns:a16="http://schemas.microsoft.com/office/drawing/2014/main" id="{6ED5D4FE-FC06-40C7-98D1-33039FDC14B0}"/>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2022. All rights reserved.</a:t>
            </a:r>
          </a:p>
        </p:txBody>
      </p:sp>
    </p:spTree>
    <p:extLst>
      <p:ext uri="{BB962C8B-B14F-4D97-AF65-F5344CB8AC3E}">
        <p14:creationId xmlns:p14="http://schemas.microsoft.com/office/powerpoint/2010/main" val="36706617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userDrawn="1">
            <p:ph type="title" hasCustomPrompt="1"/>
          </p:nvPr>
        </p:nvSpPr>
        <p:spPr bwMode="gray">
          <a:xfrm>
            <a:off x="113202" y="134614"/>
            <a:ext cx="2004234" cy="424711"/>
          </a:xfrm>
          <a:prstGeom prst="rect">
            <a:avLst/>
          </a:prstGeom>
        </p:spPr>
        <p:txBody>
          <a:bodyPr wrap="none" lIns="146288" tIns="73142" rIns="146288" bIns="73142">
            <a:spAutoFit/>
          </a:bodyPr>
          <a:lstStyle>
            <a:lvl1pPr>
              <a:defRPr lang="en-US" altLang="ja-JP" sz="1600" b="1" smtClean="0">
                <a:solidFill>
                  <a:schemeClr val="tx1"/>
                </a:solidFill>
                <a:ea typeface="ＭＳ Ｐゴシック" pitchFamily="50" charset="-128"/>
                <a:cs typeface="Arial" charset="0"/>
              </a:defRPr>
            </a:lvl1pPr>
          </a:lstStyle>
          <a:p>
            <a:r>
              <a:rPr lang="en-US" altLang="ja-JP" b="1">
                <a:latin typeface="+mj-lt"/>
                <a:ea typeface="ＭＳ Ｐゴシック" pitchFamily="50" charset="-128"/>
                <a:cs typeface="Arial" charset="0"/>
              </a:rPr>
              <a:t>Contents Title</a:t>
            </a:r>
            <a:endParaRPr lang="ja-JP" altLang="en-US"/>
          </a:p>
        </p:txBody>
      </p:sp>
      <p:sp>
        <p:nvSpPr>
          <p:cNvPr id="36" name="スライド番号プレースホルダ 2"/>
          <p:cNvSpPr txBox="1">
            <a:spLocks/>
          </p:cNvSpPr>
          <p:nvPr userDrawn="1"/>
        </p:nvSpPr>
        <p:spPr bwMode="gray">
          <a:xfrm>
            <a:off x="8560363" y="4916262"/>
            <a:ext cx="488951" cy="228600"/>
          </a:xfrm>
          <a:prstGeom prst="rect">
            <a:avLst/>
          </a:prstGeom>
        </p:spPr>
        <p:txBody>
          <a:bodyPr lIns="91430" tIns="45714" rIns="91430" bIns="45714"/>
          <a:lstStyle>
            <a:lvl1pPr algn="r">
              <a:defRPr sz="880" smtClean="0">
                <a:latin typeface="Arial" pitchFamily="34" charset="0"/>
                <a:cs typeface="Arial" pitchFamily="34" charset="0"/>
              </a:defRPr>
            </a:lvl1pPr>
          </a:lstStyle>
          <a:p>
            <a:pPr defTabSz="914252">
              <a:defRPr/>
            </a:pPr>
            <a:fld id="{790173A9-6621-4FFE-BC07-AC198BDD4C9A}" type="slidenum">
              <a:rPr lang="en-US" altLang="ja-JP" sz="1125">
                <a:solidFill>
                  <a:prstClr val="black"/>
                </a:solidFill>
              </a:rPr>
              <a:pPr defTabSz="914252">
                <a:defRPr/>
              </a:pPr>
              <a:t>‹#›</a:t>
            </a:fld>
            <a:endParaRPr lang="en-US" altLang="ja-JP" sz="1125">
              <a:solidFill>
                <a:prstClr val="black"/>
              </a:solidFill>
            </a:endParaRPr>
          </a:p>
        </p:txBody>
      </p:sp>
      <p:grpSp>
        <p:nvGrpSpPr>
          <p:cNvPr id="37" name="グループ化 55"/>
          <p:cNvGrpSpPr>
            <a:grpSpLocks noChangeAspect="1"/>
          </p:cNvGrpSpPr>
          <p:nvPr userDrawn="1"/>
        </p:nvGrpSpPr>
        <p:grpSpPr bwMode="gray">
          <a:xfrm>
            <a:off x="7772670" y="138119"/>
            <a:ext cx="1196706" cy="343329"/>
            <a:chOff x="7624763" y="203200"/>
            <a:chExt cx="1344612" cy="385763"/>
          </a:xfrm>
        </p:grpSpPr>
        <p:sp>
          <p:nvSpPr>
            <p:cNvPr id="38" name="Freeform 5"/>
            <p:cNvSpPr>
              <a:spLocks/>
            </p:cNvSpPr>
            <p:nvPr/>
          </p:nvSpPr>
          <p:spPr bwMode="gray">
            <a:xfrm>
              <a:off x="8613775" y="207963"/>
              <a:ext cx="192088" cy="180975"/>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39" name="Freeform 7"/>
            <p:cNvSpPr>
              <a:spLocks/>
            </p:cNvSpPr>
            <p:nvPr/>
          </p:nvSpPr>
          <p:spPr bwMode="gray">
            <a:xfrm>
              <a:off x="8008938" y="207963"/>
              <a:ext cx="195262" cy="180975"/>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0" name="Freeform 9"/>
            <p:cNvSpPr>
              <a:spLocks noEditPoints="1"/>
            </p:cNvSpPr>
            <p:nvPr/>
          </p:nvSpPr>
          <p:spPr bwMode="gray">
            <a:xfrm>
              <a:off x="8161338" y="207963"/>
              <a:ext cx="230187" cy="180975"/>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1" name="Rectangle 12"/>
            <p:cNvSpPr>
              <a:spLocks noChangeArrowheads="1"/>
            </p:cNvSpPr>
            <p:nvPr/>
          </p:nvSpPr>
          <p:spPr bwMode="gray">
            <a:xfrm>
              <a:off x="8845550" y="207963"/>
              <a:ext cx="47625" cy="180975"/>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2" name="Freeform 13"/>
            <p:cNvSpPr>
              <a:spLocks/>
            </p:cNvSpPr>
            <p:nvPr/>
          </p:nvSpPr>
          <p:spPr bwMode="gray">
            <a:xfrm>
              <a:off x="7710488" y="207963"/>
              <a:ext cx="193675" cy="180975"/>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3" name="Rectangle 15"/>
            <p:cNvSpPr>
              <a:spLocks noChangeArrowheads="1"/>
            </p:cNvSpPr>
            <p:nvPr/>
          </p:nvSpPr>
          <p:spPr bwMode="gray">
            <a:xfrm>
              <a:off x="7942263" y="207963"/>
              <a:ext cx="49212" cy="180975"/>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4" name="Freeform 16"/>
            <p:cNvSpPr>
              <a:spLocks/>
            </p:cNvSpPr>
            <p:nvPr/>
          </p:nvSpPr>
          <p:spPr bwMode="gray">
            <a:xfrm>
              <a:off x="8383588" y="203200"/>
              <a:ext cx="204787" cy="192088"/>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5" name="Freeform 18"/>
            <p:cNvSpPr>
              <a:spLocks/>
            </p:cNvSpPr>
            <p:nvPr/>
          </p:nvSpPr>
          <p:spPr bwMode="gray">
            <a:xfrm>
              <a:off x="7624763" y="441325"/>
              <a:ext cx="44450" cy="114300"/>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6" name="Freeform 20"/>
            <p:cNvSpPr>
              <a:spLocks/>
            </p:cNvSpPr>
            <p:nvPr/>
          </p:nvSpPr>
          <p:spPr bwMode="gray">
            <a:xfrm>
              <a:off x="7693025" y="474663"/>
              <a:ext cx="88900" cy="80962"/>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7" name="Freeform 22"/>
            <p:cNvSpPr>
              <a:spLocks/>
            </p:cNvSpPr>
            <p:nvPr/>
          </p:nvSpPr>
          <p:spPr bwMode="gray">
            <a:xfrm>
              <a:off x="7807325" y="474663"/>
              <a:ext cx="61913" cy="825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0" name="Freeform 24"/>
            <p:cNvSpPr>
              <a:spLocks noEditPoints="1"/>
            </p:cNvSpPr>
            <p:nvPr/>
          </p:nvSpPr>
          <p:spPr bwMode="gray">
            <a:xfrm>
              <a:off x="7880350" y="474663"/>
              <a:ext cx="92075" cy="114300"/>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1" name="Freeform 27"/>
            <p:cNvSpPr>
              <a:spLocks/>
            </p:cNvSpPr>
            <p:nvPr/>
          </p:nvSpPr>
          <p:spPr bwMode="gray">
            <a:xfrm>
              <a:off x="7988300" y="474663"/>
              <a:ext cx="36513" cy="80962"/>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2" name="Freeform 29"/>
            <p:cNvSpPr>
              <a:spLocks/>
            </p:cNvSpPr>
            <p:nvPr/>
          </p:nvSpPr>
          <p:spPr bwMode="gray">
            <a:xfrm>
              <a:off x="8001000" y="441325"/>
              <a:ext cx="26988" cy="23813"/>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3" name="Freeform 31"/>
            <p:cNvSpPr>
              <a:spLocks/>
            </p:cNvSpPr>
            <p:nvPr/>
          </p:nvSpPr>
          <p:spPr bwMode="gray">
            <a:xfrm>
              <a:off x="8045450" y="474663"/>
              <a:ext cx="69850" cy="80962"/>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4" name="Freeform 33"/>
            <p:cNvSpPr>
              <a:spLocks noEditPoints="1"/>
            </p:cNvSpPr>
            <p:nvPr/>
          </p:nvSpPr>
          <p:spPr bwMode="gray">
            <a:xfrm>
              <a:off x="8124825" y="474663"/>
              <a:ext cx="76200" cy="825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5" name="Freeform 36"/>
            <p:cNvSpPr>
              <a:spLocks/>
            </p:cNvSpPr>
            <p:nvPr/>
          </p:nvSpPr>
          <p:spPr bwMode="gray">
            <a:xfrm>
              <a:off x="8332788" y="438150"/>
              <a:ext cx="90487" cy="11747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6" name="Freeform 38"/>
            <p:cNvSpPr>
              <a:spLocks noEditPoints="1"/>
            </p:cNvSpPr>
            <p:nvPr/>
          </p:nvSpPr>
          <p:spPr bwMode="gray">
            <a:xfrm>
              <a:off x="8443913" y="474663"/>
              <a:ext cx="77787" cy="825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7" name="Freeform 41"/>
            <p:cNvSpPr>
              <a:spLocks/>
            </p:cNvSpPr>
            <p:nvPr/>
          </p:nvSpPr>
          <p:spPr bwMode="gray">
            <a:xfrm>
              <a:off x="8262938" y="452438"/>
              <a:ext cx="60325" cy="104775"/>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8" name="Freeform 43"/>
            <p:cNvSpPr>
              <a:spLocks/>
            </p:cNvSpPr>
            <p:nvPr/>
          </p:nvSpPr>
          <p:spPr bwMode="gray">
            <a:xfrm>
              <a:off x="8575675" y="442913"/>
              <a:ext cx="130175" cy="112712"/>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9" name="Freeform 45"/>
            <p:cNvSpPr>
              <a:spLocks noEditPoints="1"/>
            </p:cNvSpPr>
            <p:nvPr/>
          </p:nvSpPr>
          <p:spPr bwMode="gray">
            <a:xfrm>
              <a:off x="8726488" y="474663"/>
              <a:ext cx="77787" cy="825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60" name="Freeform 48"/>
            <p:cNvSpPr>
              <a:spLocks/>
            </p:cNvSpPr>
            <p:nvPr/>
          </p:nvSpPr>
          <p:spPr bwMode="gray">
            <a:xfrm>
              <a:off x="8909050" y="452438"/>
              <a:ext cx="60325" cy="104775"/>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61" name="Freeform 50"/>
            <p:cNvSpPr>
              <a:spLocks/>
            </p:cNvSpPr>
            <p:nvPr/>
          </p:nvSpPr>
          <p:spPr bwMode="gray">
            <a:xfrm>
              <a:off x="8805863" y="476250"/>
              <a:ext cx="95250" cy="793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62" name="Freeform 52"/>
            <p:cNvSpPr>
              <a:spLocks/>
            </p:cNvSpPr>
            <p:nvPr/>
          </p:nvSpPr>
          <p:spPr bwMode="gray">
            <a:xfrm>
              <a:off x="8899525" y="419100"/>
              <a:ext cx="50800" cy="33338"/>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spcBef>
                  <a:spcPts val="0"/>
                </a:spcBef>
                <a:spcAft>
                  <a:spcPts val="0"/>
                </a:spcAft>
                <a:defRPr/>
              </a:pPr>
              <a:endParaRPr kumimoji="0" lang="ja-JP" altLang="en-US" sz="1813" kern="0">
                <a:solidFill>
                  <a:sysClr val="windowText" lastClr="000000"/>
                </a:solidFill>
              </a:endParaRPr>
            </a:p>
          </p:txBody>
        </p:sp>
      </p:grpSp>
      <p:sp>
        <p:nvSpPr>
          <p:cNvPr id="73" name="正方形/長方形 11"/>
          <p:cNvSpPr>
            <a:spLocks noChangeArrowheads="1"/>
          </p:cNvSpPr>
          <p:nvPr userDrawn="1"/>
        </p:nvSpPr>
        <p:spPr bwMode="gray">
          <a:xfrm>
            <a:off x="0" y="595776"/>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4" rIns="91430" bIns="45714"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74" name="グループ化 62"/>
          <p:cNvGrpSpPr/>
          <p:nvPr userDrawn="1"/>
        </p:nvGrpSpPr>
        <p:grpSpPr bwMode="gray">
          <a:xfrm>
            <a:off x="9" y="595776"/>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sp>
        <p:nvSpPr>
          <p:cNvPr id="33" name="Text Box 13">
            <a:extLst>
              <a:ext uri="{FF2B5EF4-FFF2-40B4-BE49-F238E27FC236}">
                <a16:creationId xmlns:a16="http://schemas.microsoft.com/office/drawing/2014/main" id="{55305D80-A26C-4C8F-8ED6-8AB2A8E078A2}"/>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2022. All rights reserved.</a:t>
            </a:r>
          </a:p>
        </p:txBody>
      </p:sp>
    </p:spTree>
    <p:extLst>
      <p:ext uri="{BB962C8B-B14F-4D97-AF65-F5344CB8AC3E}">
        <p14:creationId xmlns:p14="http://schemas.microsoft.com/office/powerpoint/2010/main" val="1865189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1_タイトルのみ">
    <p:spTree>
      <p:nvGrpSpPr>
        <p:cNvPr id="1" name=""/>
        <p:cNvGrpSpPr/>
        <p:nvPr/>
      </p:nvGrpSpPr>
      <p:grpSpPr>
        <a:xfrm>
          <a:off x="0" y="0"/>
          <a:ext cx="0" cy="0"/>
          <a:chOff x="0" y="0"/>
          <a:chExt cx="0" cy="0"/>
        </a:xfrm>
      </p:grpSpPr>
      <p:sp>
        <p:nvSpPr>
          <p:cNvPr id="2" name="タイトル 1"/>
          <p:cNvSpPr>
            <a:spLocks noGrp="1"/>
          </p:cNvSpPr>
          <p:nvPr userDrawn="1">
            <p:ph type="title" hasCustomPrompt="1"/>
          </p:nvPr>
        </p:nvSpPr>
        <p:spPr bwMode="gray">
          <a:xfrm>
            <a:off x="113202" y="134614"/>
            <a:ext cx="2004234" cy="424711"/>
          </a:xfrm>
          <a:prstGeom prst="rect">
            <a:avLst/>
          </a:prstGeom>
        </p:spPr>
        <p:txBody>
          <a:bodyPr wrap="none" lIns="146288" tIns="73142" rIns="146288" bIns="73142">
            <a:spAutoFit/>
          </a:bodyPr>
          <a:lstStyle>
            <a:lvl1pPr>
              <a:defRPr lang="en-US" altLang="ja-JP" sz="1600" b="1" smtClean="0">
                <a:solidFill>
                  <a:schemeClr val="tx1"/>
                </a:solidFill>
                <a:ea typeface="ＭＳ Ｐゴシック" pitchFamily="50" charset="-128"/>
                <a:cs typeface="Arial" charset="0"/>
              </a:defRPr>
            </a:lvl1pPr>
          </a:lstStyle>
          <a:p>
            <a:r>
              <a:rPr lang="en-US" altLang="ja-JP" b="1">
                <a:latin typeface="+mj-lt"/>
                <a:ea typeface="ＭＳ Ｐゴシック" pitchFamily="50" charset="-128"/>
                <a:cs typeface="Arial" charset="0"/>
              </a:rPr>
              <a:t>Contents Title</a:t>
            </a:r>
            <a:endParaRPr lang="ja-JP" altLang="en-US"/>
          </a:p>
        </p:txBody>
      </p:sp>
      <p:sp>
        <p:nvSpPr>
          <p:cNvPr id="36" name="スライド番号プレースホルダ 2"/>
          <p:cNvSpPr txBox="1">
            <a:spLocks/>
          </p:cNvSpPr>
          <p:nvPr userDrawn="1"/>
        </p:nvSpPr>
        <p:spPr bwMode="gray">
          <a:xfrm>
            <a:off x="8560363" y="4916262"/>
            <a:ext cx="488951" cy="228600"/>
          </a:xfrm>
          <a:prstGeom prst="rect">
            <a:avLst/>
          </a:prstGeom>
        </p:spPr>
        <p:txBody>
          <a:bodyPr lIns="91430" tIns="45714" rIns="91430" bIns="45714"/>
          <a:lstStyle>
            <a:lvl1pPr algn="r">
              <a:defRPr sz="880" smtClean="0">
                <a:latin typeface="Arial" pitchFamily="34" charset="0"/>
                <a:cs typeface="Arial" pitchFamily="34" charset="0"/>
              </a:defRPr>
            </a:lvl1pPr>
          </a:lstStyle>
          <a:p>
            <a:pPr defTabSz="914252" fontAlgn="auto">
              <a:lnSpc>
                <a:spcPct val="100000"/>
              </a:lnSpc>
              <a:spcBef>
                <a:spcPts val="0"/>
              </a:spcBef>
              <a:spcAft>
                <a:spcPts val="0"/>
              </a:spcAft>
              <a:defRPr/>
            </a:pPr>
            <a:fld id="{790173A9-6621-4FFE-BC07-AC198BDD4C9A}" type="slidenum">
              <a:rPr kumimoji="0" lang="en-US" altLang="ja-JP" sz="1125">
                <a:solidFill>
                  <a:prstClr val="black"/>
                </a:solidFill>
              </a:rPr>
              <a:pPr defTabSz="914252" fontAlgn="auto">
                <a:lnSpc>
                  <a:spcPct val="100000"/>
                </a:lnSpc>
                <a:spcBef>
                  <a:spcPts val="0"/>
                </a:spcBef>
                <a:spcAft>
                  <a:spcPts val="0"/>
                </a:spcAft>
                <a:defRPr/>
              </a:pPr>
              <a:t>‹#›</a:t>
            </a:fld>
            <a:endParaRPr kumimoji="0" lang="en-US" altLang="ja-JP" sz="1125">
              <a:solidFill>
                <a:prstClr val="black"/>
              </a:solidFill>
            </a:endParaRPr>
          </a:p>
        </p:txBody>
      </p:sp>
      <p:grpSp>
        <p:nvGrpSpPr>
          <p:cNvPr id="37" name="グループ化 55"/>
          <p:cNvGrpSpPr>
            <a:grpSpLocks noChangeAspect="1"/>
          </p:cNvGrpSpPr>
          <p:nvPr userDrawn="1"/>
        </p:nvGrpSpPr>
        <p:grpSpPr bwMode="gray">
          <a:xfrm>
            <a:off x="7772670" y="138119"/>
            <a:ext cx="1196706" cy="343329"/>
            <a:chOff x="7624763" y="203200"/>
            <a:chExt cx="1344612" cy="385763"/>
          </a:xfrm>
        </p:grpSpPr>
        <p:sp>
          <p:nvSpPr>
            <p:cNvPr id="38" name="Freeform 5"/>
            <p:cNvSpPr>
              <a:spLocks/>
            </p:cNvSpPr>
            <p:nvPr/>
          </p:nvSpPr>
          <p:spPr bwMode="gray">
            <a:xfrm>
              <a:off x="8613775" y="207963"/>
              <a:ext cx="192088" cy="180975"/>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9" name="Freeform 7"/>
            <p:cNvSpPr>
              <a:spLocks/>
            </p:cNvSpPr>
            <p:nvPr/>
          </p:nvSpPr>
          <p:spPr bwMode="gray">
            <a:xfrm>
              <a:off x="8008938" y="207963"/>
              <a:ext cx="195262" cy="180975"/>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0" name="Freeform 9"/>
            <p:cNvSpPr>
              <a:spLocks noEditPoints="1"/>
            </p:cNvSpPr>
            <p:nvPr/>
          </p:nvSpPr>
          <p:spPr bwMode="gray">
            <a:xfrm>
              <a:off x="8161338" y="207963"/>
              <a:ext cx="230187" cy="180975"/>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1" name="Rectangle 12"/>
            <p:cNvSpPr>
              <a:spLocks noChangeArrowheads="1"/>
            </p:cNvSpPr>
            <p:nvPr/>
          </p:nvSpPr>
          <p:spPr bwMode="gray">
            <a:xfrm>
              <a:off x="8845550" y="207963"/>
              <a:ext cx="47625" cy="180975"/>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2" name="Freeform 13"/>
            <p:cNvSpPr>
              <a:spLocks/>
            </p:cNvSpPr>
            <p:nvPr/>
          </p:nvSpPr>
          <p:spPr bwMode="gray">
            <a:xfrm>
              <a:off x="7710488" y="207963"/>
              <a:ext cx="193675" cy="180975"/>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3" name="Rectangle 15"/>
            <p:cNvSpPr>
              <a:spLocks noChangeArrowheads="1"/>
            </p:cNvSpPr>
            <p:nvPr/>
          </p:nvSpPr>
          <p:spPr bwMode="gray">
            <a:xfrm>
              <a:off x="7942263" y="207963"/>
              <a:ext cx="49212" cy="180975"/>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4" name="Freeform 16"/>
            <p:cNvSpPr>
              <a:spLocks/>
            </p:cNvSpPr>
            <p:nvPr/>
          </p:nvSpPr>
          <p:spPr bwMode="gray">
            <a:xfrm>
              <a:off x="8383588" y="203200"/>
              <a:ext cx="204787" cy="192088"/>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5" name="Freeform 18"/>
            <p:cNvSpPr>
              <a:spLocks/>
            </p:cNvSpPr>
            <p:nvPr/>
          </p:nvSpPr>
          <p:spPr bwMode="gray">
            <a:xfrm>
              <a:off x="7624763" y="441325"/>
              <a:ext cx="44450" cy="114300"/>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6" name="Freeform 20"/>
            <p:cNvSpPr>
              <a:spLocks/>
            </p:cNvSpPr>
            <p:nvPr/>
          </p:nvSpPr>
          <p:spPr bwMode="gray">
            <a:xfrm>
              <a:off x="7693025" y="474663"/>
              <a:ext cx="88900" cy="80962"/>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7" name="Freeform 22"/>
            <p:cNvSpPr>
              <a:spLocks/>
            </p:cNvSpPr>
            <p:nvPr/>
          </p:nvSpPr>
          <p:spPr bwMode="gray">
            <a:xfrm>
              <a:off x="7807325" y="474663"/>
              <a:ext cx="61913" cy="825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0" name="Freeform 24"/>
            <p:cNvSpPr>
              <a:spLocks noEditPoints="1"/>
            </p:cNvSpPr>
            <p:nvPr/>
          </p:nvSpPr>
          <p:spPr bwMode="gray">
            <a:xfrm>
              <a:off x="7880350" y="474663"/>
              <a:ext cx="92075" cy="114300"/>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1" name="Freeform 27"/>
            <p:cNvSpPr>
              <a:spLocks/>
            </p:cNvSpPr>
            <p:nvPr/>
          </p:nvSpPr>
          <p:spPr bwMode="gray">
            <a:xfrm>
              <a:off x="7988300" y="474663"/>
              <a:ext cx="36513" cy="80962"/>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2" name="Freeform 29"/>
            <p:cNvSpPr>
              <a:spLocks/>
            </p:cNvSpPr>
            <p:nvPr/>
          </p:nvSpPr>
          <p:spPr bwMode="gray">
            <a:xfrm>
              <a:off x="8001000" y="441325"/>
              <a:ext cx="26988" cy="23813"/>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3" name="Freeform 31"/>
            <p:cNvSpPr>
              <a:spLocks/>
            </p:cNvSpPr>
            <p:nvPr/>
          </p:nvSpPr>
          <p:spPr bwMode="gray">
            <a:xfrm>
              <a:off x="8045450" y="474663"/>
              <a:ext cx="69850" cy="80962"/>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4" name="Freeform 33"/>
            <p:cNvSpPr>
              <a:spLocks noEditPoints="1"/>
            </p:cNvSpPr>
            <p:nvPr/>
          </p:nvSpPr>
          <p:spPr bwMode="gray">
            <a:xfrm>
              <a:off x="8124825" y="474663"/>
              <a:ext cx="76200" cy="825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5" name="Freeform 36"/>
            <p:cNvSpPr>
              <a:spLocks/>
            </p:cNvSpPr>
            <p:nvPr/>
          </p:nvSpPr>
          <p:spPr bwMode="gray">
            <a:xfrm>
              <a:off x="8332788" y="438150"/>
              <a:ext cx="90487" cy="11747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6" name="Freeform 38"/>
            <p:cNvSpPr>
              <a:spLocks noEditPoints="1"/>
            </p:cNvSpPr>
            <p:nvPr/>
          </p:nvSpPr>
          <p:spPr bwMode="gray">
            <a:xfrm>
              <a:off x="8443913" y="474663"/>
              <a:ext cx="77787" cy="825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7" name="Freeform 41"/>
            <p:cNvSpPr>
              <a:spLocks/>
            </p:cNvSpPr>
            <p:nvPr/>
          </p:nvSpPr>
          <p:spPr bwMode="gray">
            <a:xfrm>
              <a:off x="8262938" y="452438"/>
              <a:ext cx="60325" cy="104775"/>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8" name="Freeform 43"/>
            <p:cNvSpPr>
              <a:spLocks/>
            </p:cNvSpPr>
            <p:nvPr/>
          </p:nvSpPr>
          <p:spPr bwMode="gray">
            <a:xfrm>
              <a:off x="8575675" y="442913"/>
              <a:ext cx="130175" cy="112712"/>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9" name="Freeform 45"/>
            <p:cNvSpPr>
              <a:spLocks noEditPoints="1"/>
            </p:cNvSpPr>
            <p:nvPr/>
          </p:nvSpPr>
          <p:spPr bwMode="gray">
            <a:xfrm>
              <a:off x="8726488" y="474663"/>
              <a:ext cx="77787" cy="825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60" name="Freeform 48"/>
            <p:cNvSpPr>
              <a:spLocks/>
            </p:cNvSpPr>
            <p:nvPr/>
          </p:nvSpPr>
          <p:spPr bwMode="gray">
            <a:xfrm>
              <a:off x="8909050" y="452438"/>
              <a:ext cx="60325" cy="104775"/>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61" name="Freeform 50"/>
            <p:cNvSpPr>
              <a:spLocks/>
            </p:cNvSpPr>
            <p:nvPr/>
          </p:nvSpPr>
          <p:spPr bwMode="gray">
            <a:xfrm>
              <a:off x="8805863" y="476250"/>
              <a:ext cx="95250" cy="793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62" name="Freeform 52"/>
            <p:cNvSpPr>
              <a:spLocks/>
            </p:cNvSpPr>
            <p:nvPr/>
          </p:nvSpPr>
          <p:spPr bwMode="gray">
            <a:xfrm>
              <a:off x="8899525" y="419100"/>
              <a:ext cx="50800" cy="33338"/>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sp>
        <p:nvSpPr>
          <p:cNvPr id="73" name="正方形/長方形 11"/>
          <p:cNvSpPr>
            <a:spLocks noChangeArrowheads="1"/>
          </p:cNvSpPr>
          <p:nvPr userDrawn="1"/>
        </p:nvSpPr>
        <p:spPr bwMode="gray">
          <a:xfrm>
            <a:off x="0" y="595776"/>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4" rIns="91430" bIns="45714"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74" name="グループ化 62"/>
          <p:cNvGrpSpPr/>
          <p:nvPr userDrawn="1"/>
        </p:nvGrpSpPr>
        <p:grpSpPr bwMode="gray">
          <a:xfrm>
            <a:off x="9" y="595776"/>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sp>
        <p:nvSpPr>
          <p:cNvPr id="33" name="Text Box 13">
            <a:extLst>
              <a:ext uri="{FF2B5EF4-FFF2-40B4-BE49-F238E27FC236}">
                <a16:creationId xmlns:a16="http://schemas.microsoft.com/office/drawing/2014/main" id="{CCA24EED-541F-4492-98A0-C71808A4B763}"/>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2022. All rights reserved.</a:t>
            </a:r>
          </a:p>
        </p:txBody>
      </p:sp>
    </p:spTree>
    <p:extLst>
      <p:ext uri="{BB962C8B-B14F-4D97-AF65-F5344CB8AC3E}">
        <p14:creationId xmlns:p14="http://schemas.microsoft.com/office/powerpoint/2010/main" val="4276346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0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3" y="4916262"/>
            <a:ext cx="488951" cy="228600"/>
          </a:xfrm>
          <a:prstGeom prst="rect">
            <a:avLst/>
          </a:prstGeom>
        </p:spPr>
        <p:txBody>
          <a:bodyPr lIns="146288" tIns="73142" rIns="146288" bIns="73142"/>
          <a:lstStyle>
            <a:lvl1pPr algn="r">
              <a:defRPr sz="900" smtClean="0">
                <a:solidFill>
                  <a:schemeClr val="tx1"/>
                </a:solidFill>
                <a:latin typeface="Arial" pitchFamily="34" charset="0"/>
                <a:cs typeface="Arial" pitchFamily="34" charset="0"/>
              </a:defRPr>
            </a:lvl1pPr>
          </a:lstStyle>
          <a:p>
            <a:pPr defTabSz="457178">
              <a:defRPr/>
            </a:pPr>
            <a:fld id="{790173A9-6621-4FFE-BC07-AC198BDD4C9A}" type="slidenum">
              <a:rPr lang="en-US" altLang="ja-JP" smtClean="0">
                <a:solidFill>
                  <a:prstClr val="black"/>
                </a:solidFill>
              </a:rPr>
              <a:pPr defTabSz="457178">
                <a:defRPr/>
              </a:pPr>
              <a:t>‹#›</a:t>
            </a:fld>
            <a:endParaRPr lang="en-US" altLang="ja-JP">
              <a:solidFill>
                <a:prstClr val="black"/>
              </a:solidFill>
            </a:endParaRPr>
          </a:p>
        </p:txBody>
      </p:sp>
      <p:grpSp>
        <p:nvGrpSpPr>
          <p:cNvPr id="102" name="グループ化 101"/>
          <p:cNvGrpSpPr>
            <a:grpSpLocks noChangeAspect="1"/>
          </p:cNvGrpSpPr>
          <p:nvPr userDrawn="1"/>
        </p:nvGrpSpPr>
        <p:grpSpPr bwMode="gray">
          <a:xfrm>
            <a:off x="7055471" y="402736"/>
            <a:ext cx="1764681" cy="507223"/>
            <a:chOff x="6642100" y="547566"/>
            <a:chExt cx="1982788" cy="569913"/>
          </a:xfrm>
        </p:grpSpPr>
        <p:sp>
          <p:nvSpPr>
            <p:cNvPr id="10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4"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5"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6"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7"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8"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9"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0"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1"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2"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3"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4"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5"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6"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7"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8"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9"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0"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1"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2"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3"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4"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5"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nvGrpSpPr>
          <p:cNvPr id="33" name="グループ化 32"/>
          <p:cNvGrpSpPr/>
          <p:nvPr userDrawn="1"/>
        </p:nvGrpSpPr>
        <p:grpSpPr bwMode="gray">
          <a:xfrm>
            <a:off x="324496" y="2057427"/>
            <a:ext cx="8495663" cy="97488"/>
            <a:chOff x="324487" y="2057426"/>
            <a:chExt cx="8495663" cy="97488"/>
          </a:xfrm>
        </p:grpSpPr>
        <p:sp>
          <p:nvSpPr>
            <p:cNvPr id="34"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35" name="グループ化 16"/>
            <p:cNvGrpSpPr/>
            <p:nvPr/>
          </p:nvGrpSpPr>
          <p:grpSpPr bwMode="gray">
            <a:xfrm>
              <a:off x="324487" y="2057426"/>
              <a:ext cx="1938812" cy="97488"/>
              <a:chOff x="312738" y="2747963"/>
              <a:chExt cx="1970087" cy="109537"/>
            </a:xfrm>
          </p:grpSpPr>
          <p:sp>
            <p:nvSpPr>
              <p:cNvPr id="36" name="正方形/長方形 35"/>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7" name="正方形/長方形 36"/>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sp>
        <p:nvSpPr>
          <p:cNvPr id="38" name="Text Box 13">
            <a:extLst>
              <a:ext uri="{FF2B5EF4-FFF2-40B4-BE49-F238E27FC236}">
                <a16:creationId xmlns:a16="http://schemas.microsoft.com/office/drawing/2014/main" id="{2521F504-7F34-4EA5-96CD-6B0D773E01C5}"/>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2021. All rights reserved.</a:t>
            </a:r>
          </a:p>
        </p:txBody>
      </p:sp>
    </p:spTree>
    <p:extLst>
      <p:ext uri="{BB962C8B-B14F-4D97-AF65-F5344CB8AC3E}">
        <p14:creationId xmlns:p14="http://schemas.microsoft.com/office/powerpoint/2010/main" val="22914512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2_白紙">
    <p:spTree>
      <p:nvGrpSpPr>
        <p:cNvPr id="1" name=""/>
        <p:cNvGrpSpPr/>
        <p:nvPr/>
      </p:nvGrpSpPr>
      <p:grpSpPr>
        <a:xfrm>
          <a:off x="0" y="0"/>
          <a:ext cx="0" cy="0"/>
          <a:chOff x="0" y="0"/>
          <a:chExt cx="0" cy="0"/>
        </a:xfrm>
      </p:grpSpPr>
      <p:pic>
        <p:nvPicPr>
          <p:cNvPr id="3" name="図 2" descr="ea60_010_030_dmac [更新済み].wmf"/>
          <p:cNvPicPr preferRelativeResize="0">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3226005" y="2167158"/>
            <a:ext cx="2691994" cy="772381"/>
          </a:xfrm>
          <a:prstGeom prst="rect">
            <a:avLst/>
          </a:prstGeom>
        </p:spPr>
      </p:pic>
    </p:spTree>
    <p:extLst>
      <p:ext uri="{BB962C8B-B14F-4D97-AF65-F5344CB8AC3E}">
        <p14:creationId xmlns:p14="http://schemas.microsoft.com/office/powerpoint/2010/main" val="24332528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All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8496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タイトルのみ">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6A482E99-0184-19CA-D0E3-F69BDCE12E1B}"/>
              </a:ext>
            </a:extLst>
          </p:cNvPr>
          <p:cNvPicPr>
            <a:picLocks noChangeAspect="1"/>
          </p:cNvPicPr>
          <p:nvPr userDrawn="1"/>
        </p:nvPicPr>
        <p:blipFill>
          <a:blip r:embed="rId2"/>
          <a:stretch>
            <a:fillRect/>
          </a:stretch>
        </p:blipFill>
        <p:spPr>
          <a:xfrm>
            <a:off x="6861471" y="216720"/>
            <a:ext cx="2139325" cy="837872"/>
          </a:xfrm>
          <a:prstGeom prst="rect">
            <a:avLst/>
          </a:prstGeom>
        </p:spPr>
      </p:pic>
      <p:grpSp>
        <p:nvGrpSpPr>
          <p:cNvPr id="35" name="グループ化 34"/>
          <p:cNvGrpSpPr/>
          <p:nvPr userDrawn="1"/>
        </p:nvGrpSpPr>
        <p:grpSpPr bwMode="gray">
          <a:xfrm>
            <a:off x="324487"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79"/>
            <a:ext cx="3550972" cy="461665"/>
          </a:xfrm>
          <a:prstGeom prst="rect">
            <a:avLst/>
          </a:prstGeom>
        </p:spPr>
        <p:txBody>
          <a:bodyPr wrap="none">
            <a:spAutoFit/>
          </a:bodyPr>
          <a:lstStyle>
            <a:lvl1pPr>
              <a:lnSpc>
                <a:spcPct val="100000"/>
              </a:lnSpc>
              <a:defRPr sz="2400">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0" y="2742133"/>
            <a:ext cx="2861681" cy="369332"/>
          </a:xfrm>
          <a:prstGeom prst="rect">
            <a:avLst/>
          </a:prstGeom>
        </p:spPr>
        <p:txBody>
          <a:bodyPr wrap="none">
            <a:spAutoFit/>
          </a:bodyPr>
          <a:lstStyle>
            <a:lvl1pPr>
              <a:buNone/>
              <a:defRPr sz="1800">
                <a:latin typeface="+mn-ea"/>
                <a:ea typeface="+mn-ea"/>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rPr>
              <a:t>© Hitachi, Ltd. 2023. All rights reserved.</a:t>
            </a:r>
          </a:p>
        </p:txBody>
      </p:sp>
    </p:spTree>
    <p:extLst>
      <p:ext uri="{BB962C8B-B14F-4D97-AF65-F5344CB8AC3E}">
        <p14:creationId xmlns:p14="http://schemas.microsoft.com/office/powerpoint/2010/main" val="25005730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grpSp>
        <p:nvGrpSpPr>
          <p:cNvPr id="39" name="グループ化 38"/>
          <p:cNvGrpSpPr/>
          <p:nvPr userDrawn="1"/>
        </p:nvGrpSpPr>
        <p:grpSpPr bwMode="gray">
          <a:xfrm>
            <a:off x="324487"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3" name="図 2">
            <a:extLst>
              <a:ext uri="{FF2B5EF4-FFF2-40B4-BE49-F238E27FC236}">
                <a16:creationId xmlns:a16="http://schemas.microsoft.com/office/drawing/2014/main" id="{B277164B-02F1-3C6E-2FFA-D48730E3C54F}"/>
              </a:ext>
            </a:extLst>
          </p:cNvPr>
          <p:cNvPicPr>
            <a:picLocks noChangeAspect="1"/>
          </p:cNvPicPr>
          <p:nvPr userDrawn="1"/>
        </p:nvPicPr>
        <p:blipFill>
          <a:blip r:embed="rId2"/>
          <a:stretch>
            <a:fillRect/>
          </a:stretch>
        </p:blipFill>
        <p:spPr>
          <a:xfrm>
            <a:off x="6861471" y="216720"/>
            <a:ext cx="2139325" cy="837872"/>
          </a:xfrm>
          <a:prstGeom prst="rect">
            <a:avLst/>
          </a:prstGeom>
        </p:spPr>
      </p:pic>
    </p:spTree>
    <p:extLst>
      <p:ext uri="{BB962C8B-B14F-4D97-AF65-F5344CB8AC3E}">
        <p14:creationId xmlns:p14="http://schemas.microsoft.com/office/powerpoint/2010/main" val="35822881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タイトルのみ">
    <p:spTree>
      <p:nvGrpSpPr>
        <p:cNvPr id="1" name=""/>
        <p:cNvGrpSpPr/>
        <p:nvPr/>
      </p:nvGrpSpPr>
      <p:grpSpPr>
        <a:xfrm>
          <a:off x="0" y="0"/>
          <a:ext cx="0" cy="0"/>
          <a:chOff x="0" y="0"/>
          <a:chExt cx="0" cy="0"/>
        </a:xfrm>
      </p:grpSpPr>
      <p:sp>
        <p:nvSpPr>
          <p:cNvPr id="36"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48"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spTree>
    <p:extLst>
      <p:ext uri="{BB962C8B-B14F-4D97-AF65-F5344CB8AC3E}">
        <p14:creationId xmlns:p14="http://schemas.microsoft.com/office/powerpoint/2010/main" val="26312981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9_タイトルのみ">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6A482E99-0184-19CA-D0E3-F69BDCE12E1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1" y="216720"/>
            <a:ext cx="2139325" cy="837872"/>
          </a:xfrm>
          <a:prstGeom prst="rect">
            <a:avLst/>
          </a:prstGeom>
        </p:spPr>
      </p:pic>
      <p:grpSp>
        <p:nvGrpSpPr>
          <p:cNvPr id="35" name="グループ化 34"/>
          <p:cNvGrpSpPr/>
          <p:nvPr userDrawn="1"/>
        </p:nvGrpSpPr>
        <p:grpSpPr bwMode="gray">
          <a:xfrm>
            <a:off x="324487"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79"/>
            <a:ext cx="3550972" cy="461665"/>
          </a:xfrm>
          <a:prstGeom prst="rect">
            <a:avLst/>
          </a:prstGeom>
        </p:spPr>
        <p:txBody>
          <a:bodyPr wrap="none">
            <a:spAutoFit/>
          </a:bodyPr>
          <a:lstStyle>
            <a:lvl1pPr>
              <a:lnSpc>
                <a:spcPct val="100000"/>
              </a:lnSpc>
              <a:defRPr sz="2400">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0" y="2742133"/>
            <a:ext cx="2861681" cy="369332"/>
          </a:xfrm>
          <a:prstGeom prst="rect">
            <a:avLst/>
          </a:prstGeom>
        </p:spPr>
        <p:txBody>
          <a:bodyPr wrap="none">
            <a:spAutoFit/>
          </a:bodyPr>
          <a:lstStyle>
            <a:lvl1pPr>
              <a:buNone/>
              <a:defRPr sz="1800">
                <a:latin typeface="+mn-ea"/>
                <a:ea typeface="+mn-ea"/>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rPr>
              <a:t>© Hitachi, Ltd. 2023. All rights reserved.</a:t>
            </a:r>
          </a:p>
        </p:txBody>
      </p:sp>
    </p:spTree>
    <p:extLst>
      <p:ext uri="{BB962C8B-B14F-4D97-AF65-F5344CB8AC3E}">
        <p14:creationId xmlns:p14="http://schemas.microsoft.com/office/powerpoint/2010/main" val="17389243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grpSp>
        <p:nvGrpSpPr>
          <p:cNvPr id="39" name="グループ化 38"/>
          <p:cNvGrpSpPr/>
          <p:nvPr userDrawn="1"/>
        </p:nvGrpSpPr>
        <p:grpSpPr bwMode="gray">
          <a:xfrm>
            <a:off x="324487"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3" name="図 2">
            <a:extLst>
              <a:ext uri="{FF2B5EF4-FFF2-40B4-BE49-F238E27FC236}">
                <a16:creationId xmlns:a16="http://schemas.microsoft.com/office/drawing/2014/main" id="{B277164B-02F1-3C6E-2FFA-D48730E3C54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1" y="216720"/>
            <a:ext cx="2139325" cy="837872"/>
          </a:xfrm>
          <a:prstGeom prst="rect">
            <a:avLst/>
          </a:prstGeom>
        </p:spPr>
      </p:pic>
    </p:spTree>
    <p:extLst>
      <p:ext uri="{BB962C8B-B14F-4D97-AF65-F5344CB8AC3E}">
        <p14:creationId xmlns:p14="http://schemas.microsoft.com/office/powerpoint/2010/main" val="2117619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タイトルのみ">
    <p:spTree>
      <p:nvGrpSpPr>
        <p:cNvPr id="1" name=""/>
        <p:cNvGrpSpPr/>
        <p:nvPr/>
      </p:nvGrpSpPr>
      <p:grpSpPr>
        <a:xfrm>
          <a:off x="0" y="0"/>
          <a:ext cx="0" cy="0"/>
          <a:chOff x="0" y="0"/>
          <a:chExt cx="0" cy="0"/>
        </a:xfrm>
      </p:grpSpPr>
      <p:sp>
        <p:nvSpPr>
          <p:cNvPr id="54"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39"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grpSp>
        <p:nvGrpSpPr>
          <p:cNvPr id="40" name="グループ化 39"/>
          <p:cNvGrpSpPr/>
          <p:nvPr userDrawn="1"/>
        </p:nvGrpSpPr>
        <p:grpSpPr bwMode="gray">
          <a:xfrm>
            <a:off x="324487" y="2057426"/>
            <a:ext cx="8495663" cy="97488"/>
            <a:chOff x="324487" y="2057426"/>
            <a:chExt cx="8495663" cy="97488"/>
          </a:xfrm>
        </p:grpSpPr>
        <p:sp>
          <p:nvSpPr>
            <p:cNvPr id="41"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42" name="グループ化 16"/>
            <p:cNvGrpSpPr/>
            <p:nvPr/>
          </p:nvGrpSpPr>
          <p:grpSpPr bwMode="gray">
            <a:xfrm>
              <a:off x="324487" y="2057426"/>
              <a:ext cx="1938812" cy="97488"/>
              <a:chOff x="312738" y="2747963"/>
              <a:chExt cx="1970087" cy="109537"/>
            </a:xfrm>
          </p:grpSpPr>
          <p:sp>
            <p:nvSpPr>
              <p:cNvPr id="43" name="正方形/長方形 42"/>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4" name="正方形/長方形 43"/>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4" name="図 3">
            <a:extLst>
              <a:ext uri="{FF2B5EF4-FFF2-40B4-BE49-F238E27FC236}">
                <a16:creationId xmlns:a16="http://schemas.microsoft.com/office/drawing/2014/main" id="{E88869A0-5FEC-7FC7-12BF-D560312D1FF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1" y="216720"/>
            <a:ext cx="2139325" cy="837872"/>
          </a:xfrm>
          <a:prstGeom prst="rect">
            <a:avLst/>
          </a:prstGeom>
        </p:spPr>
      </p:pic>
    </p:spTree>
    <p:extLst>
      <p:ext uri="{BB962C8B-B14F-4D97-AF65-F5344CB8AC3E}">
        <p14:creationId xmlns:p14="http://schemas.microsoft.com/office/powerpoint/2010/main" val="35072137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タイトルのみ">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6A482E99-0184-19CA-D0E3-F69BDCE12E1B}"/>
              </a:ext>
            </a:extLst>
          </p:cNvPr>
          <p:cNvPicPr>
            <a:picLocks noChangeAspect="1"/>
          </p:cNvPicPr>
          <p:nvPr userDrawn="1"/>
        </p:nvPicPr>
        <p:blipFill>
          <a:blip r:embed="rId2"/>
          <a:stretch>
            <a:fillRect/>
          </a:stretch>
        </p:blipFill>
        <p:spPr>
          <a:xfrm>
            <a:off x="6861471" y="216720"/>
            <a:ext cx="2139325" cy="837872"/>
          </a:xfrm>
          <a:prstGeom prst="rect">
            <a:avLst/>
          </a:prstGeom>
        </p:spPr>
      </p:pic>
      <p:grpSp>
        <p:nvGrpSpPr>
          <p:cNvPr id="35" name="グループ化 34"/>
          <p:cNvGrpSpPr/>
          <p:nvPr userDrawn="1"/>
        </p:nvGrpSpPr>
        <p:grpSpPr bwMode="gray">
          <a:xfrm>
            <a:off x="324487"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メイリオ" panose="020B0604030504040204" pitchFamily="50" charset="-128"/>
                <a:ea typeface="メイリオ"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79"/>
            <a:ext cx="3982180" cy="461665"/>
          </a:xfrm>
          <a:prstGeom prst="rect">
            <a:avLst/>
          </a:prstGeom>
        </p:spPr>
        <p:txBody>
          <a:bodyPr wrap="none">
            <a:spAutoFit/>
          </a:bodyPr>
          <a:lstStyle>
            <a:lvl1pPr>
              <a:lnSpc>
                <a:spcPct val="100000"/>
              </a:lnSpc>
              <a:defRPr sz="2400">
                <a:solidFill>
                  <a:schemeClr val="tx1"/>
                </a:solidFill>
                <a:latin typeface="メイリオ" panose="020B0604030504040204" pitchFamily="50" charset="-128"/>
                <a:ea typeface="メイリオ" panose="020B0604030504040204" pitchFamily="50" charset="-128"/>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0" y="2816275"/>
            <a:ext cx="3033203" cy="369332"/>
          </a:xfrm>
          <a:prstGeom prst="rect">
            <a:avLst/>
          </a:prstGeom>
        </p:spPr>
        <p:txBody>
          <a:bodyPr wrap="none">
            <a:spAutoFit/>
          </a:bodyPr>
          <a:lstStyle>
            <a:lvl1pPr>
              <a:buNone/>
              <a:defRPr sz="1800">
                <a:latin typeface="メイリオ" panose="020B0604030504040204" pitchFamily="50" charset="-128"/>
                <a:ea typeface="メイリオ" panose="020B0604030504040204" pitchFamily="50" charset="-128"/>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714724" y="4949429"/>
            <a:ext cx="1978427"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 Hitachi, Ltd. 2024. All rights reserved.</a:t>
            </a:r>
          </a:p>
        </p:txBody>
      </p:sp>
      <p:sp>
        <p:nvSpPr>
          <p:cNvPr id="4" name="Text Box 13">
            <a:extLst>
              <a:ext uri="{FF2B5EF4-FFF2-40B4-BE49-F238E27FC236}">
                <a16:creationId xmlns:a16="http://schemas.microsoft.com/office/drawing/2014/main" id="{62162CC8-3D1E-5CEC-113B-65CB7F4C0350}"/>
              </a:ext>
            </a:extLst>
          </p:cNvPr>
          <p:cNvSpPr txBox="1">
            <a:spLocks noChangeArrowheads="1"/>
          </p:cNvSpPr>
          <p:nvPr userDrawn="1"/>
        </p:nvSpPr>
        <p:spPr bwMode="gray">
          <a:xfrm>
            <a:off x="-7834" y="4949429"/>
            <a:ext cx="1027846"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Hitachi Confidential</a:t>
            </a:r>
          </a:p>
        </p:txBody>
      </p:sp>
    </p:spTree>
    <p:extLst>
      <p:ext uri="{BB962C8B-B14F-4D97-AF65-F5344CB8AC3E}">
        <p14:creationId xmlns:p14="http://schemas.microsoft.com/office/powerpoint/2010/main" val="31815969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タイトルのみ">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92B39854-D5A3-933B-CEE9-9ECB19BE5877}"/>
              </a:ext>
            </a:extLst>
          </p:cNvPr>
          <p:cNvPicPr>
            <a:picLocks noChangeAspect="1"/>
          </p:cNvPicPr>
          <p:nvPr userDrawn="1"/>
        </p:nvPicPr>
        <p:blipFill>
          <a:blip r:embed="rId2"/>
          <a:stretch>
            <a:fillRect/>
          </a:stretch>
        </p:blipFill>
        <p:spPr>
          <a:xfrm>
            <a:off x="6873997" y="223145"/>
            <a:ext cx="2119535" cy="830121"/>
          </a:xfrm>
          <a:prstGeom prst="rect">
            <a:avLst/>
          </a:prstGeom>
        </p:spPr>
      </p:pic>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メイリオ" panose="020B0604030504040204" pitchFamily="50" charset="-128"/>
                <a:ea typeface="メイリオ"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79"/>
            <a:ext cx="3982180" cy="461665"/>
          </a:xfrm>
          <a:prstGeom prst="rect">
            <a:avLst/>
          </a:prstGeom>
        </p:spPr>
        <p:txBody>
          <a:bodyPr wrap="none">
            <a:spAutoFit/>
          </a:bodyPr>
          <a:lstStyle>
            <a:lvl1pPr>
              <a:lnSpc>
                <a:spcPct val="100000"/>
              </a:lnSpc>
              <a:defRPr sz="2400">
                <a:solidFill>
                  <a:schemeClr val="tx1"/>
                </a:solidFill>
                <a:latin typeface="メイリオ" panose="020B0604030504040204" pitchFamily="50" charset="-128"/>
                <a:ea typeface="メイリオ" panose="020B0604030504040204" pitchFamily="50" charset="-128"/>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0" y="2816275"/>
            <a:ext cx="3033203" cy="369332"/>
          </a:xfrm>
          <a:prstGeom prst="rect">
            <a:avLst/>
          </a:prstGeom>
        </p:spPr>
        <p:txBody>
          <a:bodyPr wrap="none">
            <a:spAutoFit/>
          </a:bodyPr>
          <a:lstStyle>
            <a:lvl1pPr>
              <a:buNone/>
              <a:defRPr sz="1800">
                <a:latin typeface="メイリオ" panose="020B0604030504040204" pitchFamily="50" charset="-128"/>
                <a:ea typeface="メイリオ" panose="020B0604030504040204" pitchFamily="50" charset="-128"/>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714724" y="4949429"/>
            <a:ext cx="1978427"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 Hitachi, Ltd. 2024. All rights reserved.</a:t>
            </a:r>
          </a:p>
        </p:txBody>
      </p:sp>
      <p:sp>
        <p:nvSpPr>
          <p:cNvPr id="4" name="Text Box 13">
            <a:extLst>
              <a:ext uri="{FF2B5EF4-FFF2-40B4-BE49-F238E27FC236}">
                <a16:creationId xmlns:a16="http://schemas.microsoft.com/office/drawing/2014/main" id="{9D923C34-2CC2-99BB-BCDA-4DF05A982E67}"/>
              </a:ext>
            </a:extLst>
          </p:cNvPr>
          <p:cNvSpPr txBox="1">
            <a:spLocks noChangeArrowheads="1"/>
          </p:cNvSpPr>
          <p:nvPr userDrawn="1"/>
        </p:nvSpPr>
        <p:spPr bwMode="gray">
          <a:xfrm>
            <a:off x="-7834" y="4949429"/>
            <a:ext cx="1027846"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Hitachi Confidential</a:t>
            </a:r>
          </a:p>
        </p:txBody>
      </p:sp>
    </p:spTree>
    <p:extLst>
      <p:ext uri="{BB962C8B-B14F-4D97-AF65-F5344CB8AC3E}">
        <p14:creationId xmlns:p14="http://schemas.microsoft.com/office/powerpoint/2010/main" val="10404877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メイリオ" panose="020B0604030504040204" pitchFamily="50" charset="-128"/>
                <a:ea typeface="メイリオ"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714724" y="4949429"/>
            <a:ext cx="1978427"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 Hitachi, Ltd. 2024. All rights reserved.</a:t>
            </a:r>
          </a:p>
        </p:txBody>
      </p:sp>
      <p:grpSp>
        <p:nvGrpSpPr>
          <p:cNvPr id="39" name="グループ化 38"/>
          <p:cNvGrpSpPr/>
          <p:nvPr userDrawn="1"/>
        </p:nvGrpSpPr>
        <p:grpSpPr bwMode="gray">
          <a:xfrm>
            <a:off x="324487"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latin typeface="メイリオ" panose="020B0604030504040204" pitchFamily="50" charset="-128"/>
                <a:ea typeface="メイリオ" panose="020B0604030504040204" pitchFamily="50" charset="-128"/>
              </a:endParaRPr>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latin typeface="メイリオ" panose="020B0604030504040204" pitchFamily="50" charset="-128"/>
                  <a:ea typeface="メイリオ" panose="020B0604030504040204" pitchFamily="50" charset="-128"/>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latin typeface="メイリオ" panose="020B0604030504040204" pitchFamily="50" charset="-128"/>
                  <a:ea typeface="メイリオ" panose="020B0604030504040204" pitchFamily="50" charset="-128"/>
                </a:endParaRPr>
              </a:p>
            </p:txBody>
          </p:sp>
        </p:grpSp>
      </p:grpSp>
      <p:pic>
        <p:nvPicPr>
          <p:cNvPr id="3" name="図 2">
            <a:extLst>
              <a:ext uri="{FF2B5EF4-FFF2-40B4-BE49-F238E27FC236}">
                <a16:creationId xmlns:a16="http://schemas.microsoft.com/office/drawing/2014/main" id="{B277164B-02F1-3C6E-2FFA-D48730E3C54F}"/>
              </a:ext>
            </a:extLst>
          </p:cNvPr>
          <p:cNvPicPr>
            <a:picLocks noChangeAspect="1"/>
          </p:cNvPicPr>
          <p:nvPr userDrawn="1"/>
        </p:nvPicPr>
        <p:blipFill>
          <a:blip r:embed="rId2"/>
          <a:stretch>
            <a:fillRect/>
          </a:stretch>
        </p:blipFill>
        <p:spPr>
          <a:xfrm>
            <a:off x="6861471" y="216720"/>
            <a:ext cx="2139325" cy="837872"/>
          </a:xfrm>
          <a:prstGeom prst="rect">
            <a:avLst/>
          </a:prstGeom>
        </p:spPr>
      </p:pic>
      <p:sp>
        <p:nvSpPr>
          <p:cNvPr id="2" name="Text Box 13">
            <a:extLst>
              <a:ext uri="{FF2B5EF4-FFF2-40B4-BE49-F238E27FC236}">
                <a16:creationId xmlns:a16="http://schemas.microsoft.com/office/drawing/2014/main" id="{3867610C-E8C5-71CF-4FE6-325B07845352}"/>
              </a:ext>
            </a:extLst>
          </p:cNvPr>
          <p:cNvSpPr txBox="1">
            <a:spLocks noChangeArrowheads="1"/>
          </p:cNvSpPr>
          <p:nvPr userDrawn="1"/>
        </p:nvSpPr>
        <p:spPr bwMode="gray">
          <a:xfrm>
            <a:off x="-7834" y="4949429"/>
            <a:ext cx="1027846"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Hitachi Confidential</a:t>
            </a:r>
          </a:p>
        </p:txBody>
      </p:sp>
    </p:spTree>
    <p:extLst>
      <p:ext uri="{BB962C8B-B14F-4D97-AF65-F5344CB8AC3E}">
        <p14:creationId xmlns:p14="http://schemas.microsoft.com/office/powerpoint/2010/main" val="38361739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タイトルのみ">
    <p:spTree>
      <p:nvGrpSpPr>
        <p:cNvPr id="1" name=""/>
        <p:cNvGrpSpPr/>
        <p:nvPr/>
      </p:nvGrpSpPr>
      <p:grpSpPr>
        <a:xfrm>
          <a:off x="0" y="0"/>
          <a:ext cx="0" cy="0"/>
          <a:chOff x="0" y="0"/>
          <a:chExt cx="0" cy="0"/>
        </a:xfrm>
      </p:grpSpPr>
      <p:grpSp>
        <p:nvGrpSpPr>
          <p:cNvPr id="35" name="グループ化 34"/>
          <p:cNvGrpSpPr/>
          <p:nvPr userDrawn="1"/>
        </p:nvGrpSpPr>
        <p:grpSpPr bwMode="gray">
          <a:xfrm>
            <a:off x="324488"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1800"/>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1"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2" y="2335280"/>
            <a:ext cx="3365024" cy="461665"/>
          </a:xfrm>
          <a:prstGeom prst="rect">
            <a:avLst/>
          </a:prstGeom>
        </p:spPr>
        <p:txBody>
          <a:bodyPr wrap="none">
            <a:spAutoFit/>
          </a:bodyPr>
          <a:lstStyle>
            <a:lvl1pPr>
              <a:lnSpc>
                <a:spcPct val="100000"/>
              </a:lnSpc>
              <a:defRPr sz="2400">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1" y="2742133"/>
            <a:ext cx="2560316" cy="369332"/>
          </a:xfrm>
          <a:prstGeom prst="rect">
            <a:avLst/>
          </a:prstGeom>
        </p:spPr>
        <p:txBody>
          <a:bodyPr wrap="none">
            <a:spAutoFit/>
          </a:bodyPr>
          <a:lstStyle>
            <a:lvl1pPr>
              <a:buNone/>
              <a:defRPr sz="1800">
                <a:latin typeface="+mn-ea"/>
                <a:ea typeface="+mn-ea"/>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923116" y="4949430"/>
            <a:ext cx="1770036" cy="200055"/>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 Ltd. 2023. All rights reserved.</a:t>
            </a:r>
          </a:p>
        </p:txBody>
      </p:sp>
      <p:pic>
        <p:nvPicPr>
          <p:cNvPr id="41" name="図 40" descr="ea60_010_030_dwin.wmf"/>
          <p:cNvPicPr>
            <a:picLocks noChangeAspect="1"/>
          </p:cNvPicPr>
          <p:nvPr userDrawn="1"/>
        </p:nvPicPr>
        <p:blipFill>
          <a:blip r:embed="rId2"/>
          <a:stretch>
            <a:fillRect/>
          </a:stretch>
        </p:blipFill>
        <p:spPr>
          <a:xfrm>
            <a:off x="7050656" y="402724"/>
            <a:ext cx="1769495" cy="507600"/>
          </a:xfrm>
          <a:prstGeom prst="rect">
            <a:avLst/>
          </a:prstGeom>
        </p:spPr>
      </p:pic>
    </p:spTree>
    <p:extLst>
      <p:ext uri="{BB962C8B-B14F-4D97-AF65-F5344CB8AC3E}">
        <p14:creationId xmlns:p14="http://schemas.microsoft.com/office/powerpoint/2010/main" val="22823896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1"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923116" y="4949430"/>
            <a:ext cx="1770036" cy="200055"/>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 Ltd. 2023. All rights reserved.</a:t>
            </a:r>
          </a:p>
        </p:txBody>
      </p:sp>
      <p:grpSp>
        <p:nvGrpSpPr>
          <p:cNvPr id="39" name="グループ化 38"/>
          <p:cNvGrpSpPr/>
          <p:nvPr userDrawn="1"/>
        </p:nvGrpSpPr>
        <p:grpSpPr bwMode="gray">
          <a:xfrm>
            <a:off x="324488"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1800"/>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44" name="図 43" descr="ea60_010_030_dwin.wmf"/>
          <p:cNvPicPr>
            <a:picLocks noChangeAspect="1"/>
          </p:cNvPicPr>
          <p:nvPr userDrawn="1"/>
        </p:nvPicPr>
        <p:blipFill>
          <a:blip r:embed="rId2"/>
          <a:stretch>
            <a:fillRect/>
          </a:stretch>
        </p:blipFill>
        <p:spPr>
          <a:xfrm>
            <a:off x="7050656" y="402724"/>
            <a:ext cx="1769495" cy="507600"/>
          </a:xfrm>
          <a:prstGeom prst="rect">
            <a:avLst/>
          </a:prstGeom>
        </p:spPr>
      </p:pic>
    </p:spTree>
    <p:extLst>
      <p:ext uri="{BB962C8B-B14F-4D97-AF65-F5344CB8AC3E}">
        <p14:creationId xmlns:p14="http://schemas.microsoft.com/office/powerpoint/2010/main" val="9644651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タイトルのみ">
    <p:spTree>
      <p:nvGrpSpPr>
        <p:cNvPr id="1" name=""/>
        <p:cNvGrpSpPr/>
        <p:nvPr/>
      </p:nvGrpSpPr>
      <p:grpSpPr>
        <a:xfrm>
          <a:off x="0" y="0"/>
          <a:ext cx="0" cy="0"/>
          <a:chOff x="0" y="0"/>
          <a:chExt cx="0" cy="0"/>
        </a:xfrm>
      </p:grpSpPr>
      <p:grpSp>
        <p:nvGrpSpPr>
          <p:cNvPr id="35" name="グループ化 34"/>
          <p:cNvGrpSpPr/>
          <p:nvPr userDrawn="1"/>
        </p:nvGrpSpPr>
        <p:grpSpPr bwMode="gray">
          <a:xfrm>
            <a:off x="324487"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latin typeface="Meiryo UI" panose="020B0604030504040204" pitchFamily="50" charset="-128"/>
                <a:ea typeface="Meiryo UI" panose="020B0604030504040204" pitchFamily="50" charset="-128"/>
              </a:endParaRPr>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latin typeface="Meiryo UI" panose="020B0604030504040204" pitchFamily="50" charset="-128"/>
                  <a:ea typeface="Meiryo UI" panose="020B0604030504040204" pitchFamily="50" charset="-128"/>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latin typeface="Meiryo UI" panose="020B0604030504040204" pitchFamily="50" charset="-128"/>
                  <a:ea typeface="Meiryo UI" panose="020B0604030504040204" pitchFamily="50" charset="-128"/>
                </a:endParaRPr>
              </a:p>
            </p:txBody>
          </p:sp>
        </p:grpSp>
      </p:grpSp>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eiryo UI" panose="020B0604030504040204" pitchFamily="50" charset="-128"/>
                <a:ea typeface="Meiryo UI"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latin typeface="Meiryo UI" panose="020B0604030504040204" pitchFamily="50" charset="-128"/>
              <a:ea typeface="Meiryo UI" panose="020B0604030504040204" pitchFamily="50" charset="-128"/>
            </a:endParaRPr>
          </a:p>
        </p:txBody>
      </p:sp>
      <p:sp>
        <p:nvSpPr>
          <p:cNvPr id="43" name="タイトル 1"/>
          <p:cNvSpPr>
            <a:spLocks noGrp="1"/>
          </p:cNvSpPr>
          <p:nvPr userDrawn="1">
            <p:ph type="title" hasCustomPrompt="1"/>
          </p:nvPr>
        </p:nvSpPr>
        <p:spPr bwMode="gray">
          <a:xfrm>
            <a:off x="2138611" y="2335279"/>
            <a:ext cx="3358612" cy="461665"/>
          </a:xfrm>
          <a:prstGeom prst="rect">
            <a:avLst/>
          </a:prstGeom>
        </p:spPr>
        <p:txBody>
          <a:bodyPr wrap="none">
            <a:spAutoFit/>
          </a:bodyPr>
          <a:lstStyle>
            <a:lvl1pPr>
              <a:lnSpc>
                <a:spcPct val="100000"/>
              </a:lnSpc>
              <a:defRPr sz="2400">
                <a:solidFill>
                  <a:schemeClr val="tx1"/>
                </a:solidFill>
                <a:latin typeface="Meiryo UI" panose="020B0604030504040204" pitchFamily="50" charset="-128"/>
                <a:ea typeface="Meiryo UI" panose="020B0604030504040204" pitchFamily="50" charset="-128"/>
              </a:defRPr>
            </a:lvl1pPr>
          </a:lstStyle>
          <a:p>
            <a:r>
              <a:rPr lang="ja-JP" altLang="en-US"/>
              <a:t>マスタ タイトルの書式設定</a:t>
            </a:r>
          </a:p>
        </p:txBody>
      </p:sp>
      <p:sp>
        <p:nvSpPr>
          <p:cNvPr id="49" name="テキスト プレースホルダ 48"/>
          <p:cNvSpPr>
            <a:spLocks noGrp="1"/>
          </p:cNvSpPr>
          <p:nvPr userDrawn="1">
            <p:ph type="body" sz="quarter" idx="11" hasCustomPrompt="1"/>
          </p:nvPr>
        </p:nvSpPr>
        <p:spPr bwMode="gray">
          <a:xfrm>
            <a:off x="2138610" y="2742133"/>
            <a:ext cx="2592376" cy="369332"/>
          </a:xfrm>
          <a:prstGeom prst="rect">
            <a:avLst/>
          </a:prstGeom>
        </p:spPr>
        <p:txBody>
          <a:bodyPr wrap="none">
            <a:spAutoFit/>
          </a:bodyPr>
          <a:lstStyle>
            <a:lvl1pPr>
              <a:buNone/>
              <a:defRPr sz="1800">
                <a:latin typeface="Meiryo UI" panose="020B0604030504040204" pitchFamily="50" charset="-128"/>
                <a:ea typeface="Meiryo UI" panose="020B0604030504040204" pitchFamily="50" charset="-128"/>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658619" y="4949429"/>
            <a:ext cx="2034532"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Meiryo UI" panose="020B0604030504040204" pitchFamily="50" charset="-128"/>
                <a:ea typeface="Meiryo UI" panose="020B0604030504040204" pitchFamily="50" charset="-128"/>
              </a:rPr>
              <a:t>© Hitachi, Ltd. 2023. All rights reserved.</a:t>
            </a:r>
          </a:p>
        </p:txBody>
      </p:sp>
      <p:pic>
        <p:nvPicPr>
          <p:cNvPr id="41" name="図 40" descr="ea60_010_030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23802623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タイトルのみ">
    <p:spTree>
      <p:nvGrpSpPr>
        <p:cNvPr id="1" name=""/>
        <p:cNvGrpSpPr/>
        <p:nvPr/>
      </p:nvGrpSpPr>
      <p:grpSpPr>
        <a:xfrm>
          <a:off x="0" y="0"/>
          <a:ext cx="0" cy="0"/>
          <a:chOff x="0" y="0"/>
          <a:chExt cx="0" cy="0"/>
        </a:xfrm>
      </p:grpSpPr>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eiryo UI" panose="020B0604030504040204" pitchFamily="50" charset="-128"/>
                <a:ea typeface="Meiryo UI"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latin typeface="Meiryo UI" panose="020B0604030504040204" pitchFamily="50" charset="-128"/>
              <a:ea typeface="Meiryo UI" panose="020B0604030504040204" pitchFamily="50" charset="-128"/>
            </a:endParaRPr>
          </a:p>
        </p:txBody>
      </p:sp>
      <p:sp>
        <p:nvSpPr>
          <p:cNvPr id="43" name="タイトル 1"/>
          <p:cNvSpPr>
            <a:spLocks noGrp="1"/>
          </p:cNvSpPr>
          <p:nvPr userDrawn="1">
            <p:ph type="title" hasCustomPrompt="1"/>
          </p:nvPr>
        </p:nvSpPr>
        <p:spPr bwMode="gray">
          <a:xfrm>
            <a:off x="2138611" y="2335279"/>
            <a:ext cx="3358612" cy="461665"/>
          </a:xfrm>
          <a:prstGeom prst="rect">
            <a:avLst/>
          </a:prstGeom>
        </p:spPr>
        <p:txBody>
          <a:bodyPr wrap="none">
            <a:spAutoFit/>
          </a:bodyPr>
          <a:lstStyle>
            <a:lvl1pPr>
              <a:lnSpc>
                <a:spcPct val="100000"/>
              </a:lnSpc>
              <a:defRPr sz="2400">
                <a:solidFill>
                  <a:schemeClr val="tx1"/>
                </a:solidFill>
                <a:latin typeface="Meiryo UI" panose="020B0604030504040204" pitchFamily="50" charset="-128"/>
                <a:ea typeface="Meiryo UI" panose="020B0604030504040204" pitchFamily="50" charset="-128"/>
              </a:defRPr>
            </a:lvl1pPr>
          </a:lstStyle>
          <a:p>
            <a:r>
              <a:rPr lang="ja-JP" altLang="en-US"/>
              <a:t>マスタ タイトルの書式設定</a:t>
            </a:r>
          </a:p>
        </p:txBody>
      </p:sp>
      <p:sp>
        <p:nvSpPr>
          <p:cNvPr id="49" name="テキスト プレースホルダ 48"/>
          <p:cNvSpPr>
            <a:spLocks noGrp="1"/>
          </p:cNvSpPr>
          <p:nvPr userDrawn="1">
            <p:ph type="body" sz="quarter" idx="11" hasCustomPrompt="1"/>
          </p:nvPr>
        </p:nvSpPr>
        <p:spPr bwMode="gray">
          <a:xfrm>
            <a:off x="2138610" y="2742133"/>
            <a:ext cx="2592376" cy="369332"/>
          </a:xfrm>
          <a:prstGeom prst="rect">
            <a:avLst/>
          </a:prstGeom>
        </p:spPr>
        <p:txBody>
          <a:bodyPr wrap="none">
            <a:spAutoFit/>
          </a:bodyPr>
          <a:lstStyle>
            <a:lvl1pPr>
              <a:buNone/>
              <a:defRPr sz="1800">
                <a:latin typeface="Meiryo UI" panose="020B0604030504040204" pitchFamily="50" charset="-128"/>
                <a:ea typeface="Meiryo UI" panose="020B0604030504040204" pitchFamily="50" charset="-128"/>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658619" y="4949429"/>
            <a:ext cx="2034532"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Meiryo UI" panose="020B0604030504040204" pitchFamily="50" charset="-128"/>
                <a:ea typeface="Meiryo UI" panose="020B0604030504040204" pitchFamily="50" charset="-128"/>
              </a:rPr>
              <a:t>© Hitachi, Ltd. 2023. All rights reserved.</a:t>
            </a:r>
          </a:p>
        </p:txBody>
      </p:sp>
      <p:pic>
        <p:nvPicPr>
          <p:cNvPr id="13" name="図 12" descr="ea60_010_032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274480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eiryo UI" panose="020B0604030504040204" pitchFamily="50" charset="-128"/>
                <a:ea typeface="Meiryo UI"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latin typeface="Meiryo UI" panose="020B0604030504040204" pitchFamily="50" charset="-128"/>
              <a:ea typeface="Meiryo UI" panose="020B0604030504040204" pitchFamily="50" charset="-128"/>
            </a:endParaRPr>
          </a:p>
        </p:txBody>
      </p:sp>
      <p:sp>
        <p:nvSpPr>
          <p:cNvPr id="38" name="Text Box 13"/>
          <p:cNvSpPr txBox="1">
            <a:spLocks noChangeArrowheads="1"/>
          </p:cNvSpPr>
          <p:nvPr userDrawn="1"/>
        </p:nvSpPr>
        <p:spPr bwMode="gray">
          <a:xfrm>
            <a:off x="6714724" y="4949429"/>
            <a:ext cx="1978427"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Meiryo UI" panose="020B0604030504040204" pitchFamily="50" charset="-128"/>
                <a:ea typeface="Meiryo UI" panose="020B0604030504040204" pitchFamily="50" charset="-128"/>
              </a:rPr>
              <a:t>© Hitachi, Ltd. 2023. All rights reserved.</a:t>
            </a:r>
          </a:p>
        </p:txBody>
      </p:sp>
      <p:grpSp>
        <p:nvGrpSpPr>
          <p:cNvPr id="39" name="グループ化 38"/>
          <p:cNvGrpSpPr/>
          <p:nvPr userDrawn="1"/>
        </p:nvGrpSpPr>
        <p:grpSpPr bwMode="gray">
          <a:xfrm>
            <a:off x="324487"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latin typeface="Meiryo UI" panose="020B0604030504040204" pitchFamily="50" charset="-128"/>
                <a:ea typeface="Meiryo UI" panose="020B0604030504040204" pitchFamily="50" charset="-128"/>
              </a:endParaRPr>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latin typeface="Meiryo UI" panose="020B0604030504040204" pitchFamily="50" charset="-128"/>
                  <a:ea typeface="Meiryo UI" panose="020B0604030504040204" pitchFamily="50" charset="-128"/>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latin typeface="Meiryo UI" panose="020B0604030504040204" pitchFamily="50" charset="-128"/>
                  <a:ea typeface="Meiryo UI" panose="020B0604030504040204" pitchFamily="50" charset="-128"/>
                </a:endParaRPr>
              </a:p>
            </p:txBody>
          </p:sp>
        </p:grpSp>
      </p:grpSp>
      <p:pic>
        <p:nvPicPr>
          <p:cNvPr id="44" name="図 43" descr="ea60_010_030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31796289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タイトルのみ">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6A482E99-0184-19CA-D0E3-F69BDCE12E1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2" y="216721"/>
            <a:ext cx="2139325" cy="837872"/>
          </a:xfrm>
          <a:prstGeom prst="rect">
            <a:avLst/>
          </a:prstGeom>
        </p:spPr>
      </p:pic>
      <p:grpSp>
        <p:nvGrpSpPr>
          <p:cNvPr id="35" name="グループ化 34"/>
          <p:cNvGrpSpPr/>
          <p:nvPr userDrawn="1"/>
        </p:nvGrpSpPr>
        <p:grpSpPr bwMode="gray">
          <a:xfrm>
            <a:off x="324488"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1800"/>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1"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80"/>
            <a:ext cx="3550972" cy="461665"/>
          </a:xfrm>
          <a:prstGeom prst="rect">
            <a:avLst/>
          </a:prstGeom>
        </p:spPr>
        <p:txBody>
          <a:bodyPr wrap="none">
            <a:spAutoFit/>
          </a:bodyPr>
          <a:lstStyle>
            <a:lvl1pPr>
              <a:lnSpc>
                <a:spcPct val="100000"/>
              </a:lnSpc>
              <a:defRPr sz="2400">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1" y="2742133"/>
            <a:ext cx="2823209" cy="369332"/>
          </a:xfrm>
          <a:prstGeom prst="rect">
            <a:avLst/>
          </a:prstGeom>
        </p:spPr>
        <p:txBody>
          <a:bodyPr wrap="none">
            <a:spAutoFit/>
          </a:bodyPr>
          <a:lstStyle>
            <a:lvl1pPr>
              <a:buNone/>
              <a:defRPr sz="1800">
                <a:latin typeface="+mn-ea"/>
                <a:ea typeface="+mn-ea"/>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948764" y="4949430"/>
            <a:ext cx="1744388" cy="200055"/>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rPr>
              <a:t>© Hitachi, Ltd. 2023. All rights reserved.</a:t>
            </a:r>
          </a:p>
        </p:txBody>
      </p:sp>
    </p:spTree>
    <p:extLst>
      <p:ext uri="{BB962C8B-B14F-4D97-AF65-F5344CB8AC3E}">
        <p14:creationId xmlns:p14="http://schemas.microsoft.com/office/powerpoint/2010/main" val="34487692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2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1"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948764" y="4949430"/>
            <a:ext cx="1744388" cy="200055"/>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grpSp>
        <p:nvGrpSpPr>
          <p:cNvPr id="39" name="グループ化 38"/>
          <p:cNvGrpSpPr/>
          <p:nvPr userDrawn="1"/>
        </p:nvGrpSpPr>
        <p:grpSpPr bwMode="gray">
          <a:xfrm>
            <a:off x="324488"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1800"/>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3" name="図 2">
            <a:extLst>
              <a:ext uri="{FF2B5EF4-FFF2-40B4-BE49-F238E27FC236}">
                <a16:creationId xmlns:a16="http://schemas.microsoft.com/office/drawing/2014/main" id="{B277164B-02F1-3C6E-2FFA-D48730E3C54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2" y="216721"/>
            <a:ext cx="2139325" cy="837872"/>
          </a:xfrm>
          <a:prstGeom prst="rect">
            <a:avLst/>
          </a:prstGeom>
        </p:spPr>
      </p:pic>
    </p:spTree>
    <p:extLst>
      <p:ext uri="{BB962C8B-B14F-4D97-AF65-F5344CB8AC3E}">
        <p14:creationId xmlns:p14="http://schemas.microsoft.com/office/powerpoint/2010/main" val="23241799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_タイトルのみ">
    <p:spTree>
      <p:nvGrpSpPr>
        <p:cNvPr id="1" name=""/>
        <p:cNvGrpSpPr/>
        <p:nvPr/>
      </p:nvGrpSpPr>
      <p:grpSpPr>
        <a:xfrm>
          <a:off x="0" y="0"/>
          <a:ext cx="0" cy="0"/>
          <a:chOff x="0" y="0"/>
          <a:chExt cx="0" cy="0"/>
        </a:xfrm>
      </p:grpSpPr>
      <p:sp>
        <p:nvSpPr>
          <p:cNvPr id="54" name="スライド番号プレースホルダ 2"/>
          <p:cNvSpPr txBox="1">
            <a:spLocks/>
          </p:cNvSpPr>
          <p:nvPr userDrawn="1"/>
        </p:nvSpPr>
        <p:spPr bwMode="gray">
          <a:xfrm>
            <a:off x="8560361"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378"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378"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39" name="Text Box 13"/>
          <p:cNvSpPr txBox="1">
            <a:spLocks noChangeArrowheads="1"/>
          </p:cNvSpPr>
          <p:nvPr userDrawn="1"/>
        </p:nvSpPr>
        <p:spPr bwMode="gray">
          <a:xfrm>
            <a:off x="6948764" y="4949430"/>
            <a:ext cx="1744388" cy="200055"/>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grpSp>
        <p:nvGrpSpPr>
          <p:cNvPr id="40" name="グループ化 39"/>
          <p:cNvGrpSpPr/>
          <p:nvPr userDrawn="1"/>
        </p:nvGrpSpPr>
        <p:grpSpPr bwMode="gray">
          <a:xfrm>
            <a:off x="324488" y="2057426"/>
            <a:ext cx="8495663" cy="97488"/>
            <a:chOff x="324487" y="2057426"/>
            <a:chExt cx="8495663" cy="97488"/>
          </a:xfrm>
        </p:grpSpPr>
        <p:sp>
          <p:nvSpPr>
            <p:cNvPr id="41"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1800"/>
            </a:p>
          </p:txBody>
        </p:sp>
        <p:grpSp>
          <p:nvGrpSpPr>
            <p:cNvPr id="42" name="グループ化 16"/>
            <p:cNvGrpSpPr/>
            <p:nvPr/>
          </p:nvGrpSpPr>
          <p:grpSpPr bwMode="gray">
            <a:xfrm>
              <a:off x="324487" y="2057426"/>
              <a:ext cx="1938812" cy="97488"/>
              <a:chOff x="312738" y="2747963"/>
              <a:chExt cx="1970087" cy="109537"/>
            </a:xfrm>
          </p:grpSpPr>
          <p:sp>
            <p:nvSpPr>
              <p:cNvPr id="43" name="正方形/長方形 42"/>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4" name="正方形/長方形 43"/>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4" name="図 3">
            <a:extLst>
              <a:ext uri="{FF2B5EF4-FFF2-40B4-BE49-F238E27FC236}">
                <a16:creationId xmlns:a16="http://schemas.microsoft.com/office/drawing/2014/main" id="{E88869A0-5FEC-7FC7-12BF-D560312D1FF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2" y="216721"/>
            <a:ext cx="2139325" cy="837872"/>
          </a:xfrm>
          <a:prstGeom prst="rect">
            <a:avLst/>
          </a:prstGeom>
        </p:spPr>
      </p:pic>
    </p:spTree>
    <p:extLst>
      <p:ext uri="{BB962C8B-B14F-4D97-AF65-F5344CB8AC3E}">
        <p14:creationId xmlns:p14="http://schemas.microsoft.com/office/powerpoint/2010/main" val="37956157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コンテンツスライド１_枠あり">
    <p:spTree>
      <p:nvGrpSpPr>
        <p:cNvPr id="1" name=""/>
        <p:cNvGrpSpPr/>
        <p:nvPr/>
      </p:nvGrpSpPr>
      <p:grpSpPr>
        <a:xfrm>
          <a:off x="0" y="0"/>
          <a:ext cx="0" cy="0"/>
          <a:chOff x="0" y="0"/>
          <a:chExt cx="0" cy="0"/>
        </a:xfrm>
      </p:grpSpPr>
      <p:sp>
        <p:nvSpPr>
          <p:cNvPr id="36" name="スライド番号プレースホルダ 2"/>
          <p:cNvSpPr txBox="1">
            <a:spLocks/>
          </p:cNvSpPr>
          <p:nvPr userDrawn="1"/>
        </p:nvSpPr>
        <p:spPr bwMode="gray">
          <a:xfrm>
            <a:off x="8560362"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333"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333"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73" name="正方形/長方形 11"/>
          <p:cNvSpPr>
            <a:spLocks noChangeArrowheads="1"/>
          </p:cNvSpPr>
          <p:nvPr userDrawn="1"/>
        </p:nvSpPr>
        <p:spPr bwMode="gray">
          <a:xfrm>
            <a:off x="0" y="595776"/>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600"/>
          </a:p>
        </p:txBody>
      </p:sp>
      <p:grpSp>
        <p:nvGrpSpPr>
          <p:cNvPr id="74" name="グループ化 62"/>
          <p:cNvGrpSpPr/>
          <p:nvPr userDrawn="1"/>
        </p:nvGrpSpPr>
        <p:grpSpPr bwMode="gray">
          <a:xfrm>
            <a:off x="-1" y="595776"/>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pic>
        <p:nvPicPr>
          <p:cNvPr id="49" name="図 48" descr="ea60_010_030_dwin.wmf"/>
          <p:cNvPicPr>
            <a:picLocks noChangeAspect="1"/>
          </p:cNvPicPr>
          <p:nvPr userDrawn="1"/>
        </p:nvPicPr>
        <p:blipFill>
          <a:blip r:embed="rId2"/>
          <a:stretch>
            <a:fillRect/>
          </a:stretch>
        </p:blipFill>
        <p:spPr>
          <a:xfrm>
            <a:off x="7774175" y="138118"/>
            <a:ext cx="1195200" cy="342857"/>
          </a:xfrm>
          <a:prstGeom prst="rect">
            <a:avLst/>
          </a:prstGeom>
        </p:spPr>
      </p:pic>
      <p:sp>
        <p:nvSpPr>
          <p:cNvPr id="18" name="タイトル 1">
            <a:extLst>
              <a:ext uri="{FF2B5EF4-FFF2-40B4-BE49-F238E27FC236}">
                <a16:creationId xmlns:a16="http://schemas.microsoft.com/office/drawing/2014/main" id="{283013FE-5037-471B-9A23-6CD70D4C5C03}"/>
              </a:ext>
            </a:extLst>
          </p:cNvPr>
          <p:cNvSpPr>
            <a:spLocks noGrp="1"/>
          </p:cNvSpPr>
          <p:nvPr>
            <p:ph type="title" hasCustomPrompt="1"/>
          </p:nvPr>
        </p:nvSpPr>
        <p:spPr bwMode="gray">
          <a:xfrm>
            <a:off x="113192" y="124224"/>
            <a:ext cx="7486488" cy="432220"/>
          </a:xfrm>
          <a:prstGeom prst="rect">
            <a:avLst/>
          </a:prstGeom>
        </p:spPr>
        <p:txBody>
          <a:bodyPr wrap="square" tIns="108000" anchor="ctr">
            <a:spAutoFit/>
          </a:bodyPr>
          <a:lstStyle>
            <a:lvl1pPr>
              <a:defRPr sz="2000" b="1">
                <a:solidFill>
                  <a:schemeClr val="tx1"/>
                </a:solidFill>
                <a:latin typeface="+mj-ea"/>
                <a:ea typeface="+mj-ea"/>
              </a:defRPr>
            </a:lvl1pPr>
          </a:lstStyle>
          <a:p>
            <a:r>
              <a:rPr lang="en-US" altLang="ja-JP"/>
              <a:t>1-1 </a:t>
            </a:r>
            <a:r>
              <a:rPr lang="ja-JP" altLang="en-US"/>
              <a:t>コンテンツタイトル メイリオ </a:t>
            </a:r>
            <a:r>
              <a:rPr lang="en-US" altLang="ja-JP"/>
              <a:t>20pt</a:t>
            </a:r>
            <a:endParaRPr lang="ja-JP" altLang="en-US"/>
          </a:p>
        </p:txBody>
      </p:sp>
      <p:sp>
        <p:nvSpPr>
          <p:cNvPr id="21" name="テキスト プレースホルダ 48">
            <a:extLst>
              <a:ext uri="{FF2B5EF4-FFF2-40B4-BE49-F238E27FC236}">
                <a16:creationId xmlns:a16="http://schemas.microsoft.com/office/drawing/2014/main" id="{8843CE23-A00E-45D2-A8EA-516014066143}"/>
              </a:ext>
            </a:extLst>
          </p:cNvPr>
          <p:cNvSpPr>
            <a:spLocks noGrp="1"/>
          </p:cNvSpPr>
          <p:nvPr>
            <p:ph type="body" sz="quarter" idx="12" hasCustomPrompt="1"/>
          </p:nvPr>
        </p:nvSpPr>
        <p:spPr bwMode="gray">
          <a:xfrm>
            <a:off x="0" y="638920"/>
            <a:ext cx="9144000" cy="854580"/>
          </a:xfrm>
          <a:prstGeom prst="rect">
            <a:avLst/>
          </a:prstGeom>
          <a:noFill/>
        </p:spPr>
        <p:txBody>
          <a:bodyPr wrap="square" tIns="108000" anchor="t">
            <a:spAutoFit/>
          </a:bodyPr>
          <a:lstStyle>
            <a:lvl1pPr>
              <a:defRPr lang="ja-JP" altLang="en-US" sz="2200" b="1" kern="0" dirty="0">
                <a:solidFill>
                  <a:schemeClr val="accent1"/>
                </a:solidFill>
                <a:latin typeface="+mj-ea"/>
                <a:ea typeface="+mj-ea"/>
                <a:cs typeface="+mj-cs"/>
              </a:defRPr>
            </a:lvl1pPr>
          </a:lstStyle>
          <a:p>
            <a:pPr marL="266681" lvl="0" indent="-177787">
              <a:lnSpc>
                <a:spcPct val="110000"/>
              </a:lnSpc>
              <a:spcBef>
                <a:spcPct val="0"/>
              </a:spcBef>
              <a:buFont typeface="Arial" panose="020B0604020202020204" pitchFamily="34" charset="0"/>
            </a:pPr>
            <a:r>
              <a:rPr kumimoji="1" lang="ja-JP" altLang="en-US"/>
              <a:t>キーメッセージ：このページのポイントを簡潔に記載してください</a:t>
            </a:r>
            <a:endParaRPr kumimoji="1" lang="en-US" altLang="ja-JP"/>
          </a:p>
          <a:p>
            <a:pPr marL="266681" lvl="0" indent="-177787">
              <a:lnSpc>
                <a:spcPct val="110000"/>
              </a:lnSpc>
              <a:spcBef>
                <a:spcPct val="0"/>
              </a:spcBef>
              <a:buFont typeface="Arial" panose="020B0604020202020204" pitchFamily="34" charset="0"/>
            </a:pPr>
            <a:r>
              <a:rPr kumimoji="1" lang="ja-JP" altLang="en-US"/>
              <a:t>メイリオ </a:t>
            </a:r>
            <a:r>
              <a:rPr kumimoji="1" lang="en-US" altLang="ja-JP"/>
              <a:t>22pt</a:t>
            </a:r>
            <a:r>
              <a:rPr kumimoji="1" lang="ja-JP" altLang="en-US"/>
              <a:t> </a:t>
            </a:r>
            <a:r>
              <a:rPr kumimoji="1" lang="en-US" altLang="ja-JP"/>
              <a:t>2</a:t>
            </a:r>
            <a:r>
              <a:rPr kumimoji="1" lang="ja-JP" altLang="en-US"/>
              <a:t>行以内</a:t>
            </a:r>
          </a:p>
        </p:txBody>
      </p:sp>
      <p:sp>
        <p:nvSpPr>
          <p:cNvPr id="15" name="テキスト プレースホルダ 48">
            <a:extLst>
              <a:ext uri="{FF2B5EF4-FFF2-40B4-BE49-F238E27FC236}">
                <a16:creationId xmlns:a16="http://schemas.microsoft.com/office/drawing/2014/main" id="{C0BE9E64-2F17-4163-BBCD-BA33538B98DB}"/>
              </a:ext>
            </a:extLst>
          </p:cNvPr>
          <p:cNvSpPr>
            <a:spLocks noGrp="1"/>
          </p:cNvSpPr>
          <p:nvPr>
            <p:ph type="body" sz="quarter" idx="13" hasCustomPrompt="1"/>
          </p:nvPr>
        </p:nvSpPr>
        <p:spPr bwMode="gray">
          <a:xfrm>
            <a:off x="198441" y="4698480"/>
            <a:ext cx="8747122" cy="307777"/>
          </a:xfrm>
          <a:prstGeom prst="rect">
            <a:avLst/>
          </a:prstGeom>
        </p:spPr>
        <p:txBody>
          <a:bodyPr wrap="square">
            <a:spAutoFit/>
          </a:bodyPr>
          <a:lstStyle>
            <a:lvl1pPr>
              <a:buNone/>
              <a:defRPr sz="1400" b="0">
                <a:latin typeface="+mn-ea"/>
                <a:ea typeface="+mn-ea"/>
              </a:defRPr>
            </a:lvl1pPr>
          </a:lstStyle>
          <a:p>
            <a:pPr lvl="0"/>
            <a:r>
              <a:rPr kumimoji="1" lang="en-US" altLang="ja-JP"/>
              <a:t>※1</a:t>
            </a:r>
            <a:r>
              <a:rPr kumimoji="1" lang="ja-JP" altLang="en-US"/>
              <a:t>：</a:t>
            </a:r>
            <a:r>
              <a:rPr kumimoji="1" lang="en-US" altLang="ja-JP"/>
              <a:t>XXXXXX </a:t>
            </a:r>
            <a:r>
              <a:rPr kumimoji="1" lang="ja-JP" altLang="en-US"/>
              <a:t>（脚注または出典：メイリオ ～</a:t>
            </a:r>
            <a:r>
              <a:rPr kumimoji="1" lang="en-US" altLang="ja-JP"/>
              <a:t>14pt</a:t>
            </a:r>
            <a:r>
              <a:rPr kumimoji="1" lang="ja-JP" altLang="en-US"/>
              <a:t>）</a:t>
            </a:r>
          </a:p>
        </p:txBody>
      </p:sp>
    </p:spTree>
    <p:extLst>
      <p:ext uri="{BB962C8B-B14F-4D97-AF65-F5344CB8AC3E}">
        <p14:creationId xmlns:p14="http://schemas.microsoft.com/office/powerpoint/2010/main" val="3061074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26" Type="http://schemas.openxmlformats.org/officeDocument/2006/relationships/slideLayout" Target="../slideLayouts/slideLayout35.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5" Type="http://schemas.openxmlformats.org/officeDocument/2006/relationships/slideLayout" Target="../slideLayouts/slideLayout34.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24" Type="http://schemas.openxmlformats.org/officeDocument/2006/relationships/slideLayout" Target="../slideLayouts/slideLayout33.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slideLayout" Target="../slideLayouts/slideLayout32.xml"/><Relationship Id="rId28" Type="http://schemas.openxmlformats.org/officeDocument/2006/relationships/theme" Target="../theme/theme2.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 Id="rId27"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7510701"/>
      </p:ext>
    </p:extLst>
  </p:cSld>
  <p:clrMap bg1="lt1" tx1="dk1" bg2="lt2" tx2="dk2" accent1="accent1" accent2="accent2" accent3="accent3" accent4="accent4" accent5="accent5" accent6="accent6" hlink="hlink" folHlink="folHlink"/>
  <p:sldLayoutIdLst>
    <p:sldLayoutId id="2147483686" r:id="rId1"/>
    <p:sldLayoutId id="2147483681" r:id="rId2"/>
    <p:sldLayoutId id="2147483688" r:id="rId3"/>
    <p:sldLayoutId id="2147483689" r:id="rId4"/>
    <p:sldLayoutId id="2147483690" r:id="rId5"/>
    <p:sldLayoutId id="2147483694" r:id="rId6"/>
    <p:sldLayoutId id="2147483696" r:id="rId7"/>
    <p:sldLayoutId id="2147483691" r:id="rId8"/>
    <p:sldLayoutId id="2147483683" r:id="rId9"/>
  </p:sldLayoutIdLst>
  <p:hf hdr="0" ftr="0" dt="0"/>
  <p:txStyles>
    <p:titleStyle>
      <a:lvl1pPr algn="l" rtl="0" fontAlgn="base">
        <a:lnSpc>
          <a:spcPct val="90000"/>
        </a:lnSpc>
        <a:spcBef>
          <a:spcPct val="0"/>
        </a:spcBef>
        <a:spcAft>
          <a:spcPct val="0"/>
        </a:spcAft>
        <a:defRPr kumimoji="1" sz="2600">
          <a:solidFill>
            <a:schemeClr val="bg1"/>
          </a:solidFill>
          <a:latin typeface="+mj-lt"/>
          <a:ea typeface="+mj-ea"/>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3" name="Rectangle 2">
            <a:hlinkClick r:id="" action="ppaction://noaction"/>
          </p:cNvPr>
          <p:cNvSpPr/>
          <p:nvPr/>
        </p:nvSpPr>
        <p:spPr>
          <a:xfrm>
            <a:off x="7857368" y="3"/>
            <a:ext cx="1286635" cy="636535"/>
          </a:xfrm>
          <a:prstGeom prst="rect">
            <a:avLst/>
          </a:prstGeom>
          <a:noFill/>
        </p:spPr>
        <p:txBody>
          <a:bodyPr wrap="none" lIns="57150" tIns="28575" rIns="57150" bIns="28575" rtlCol="0" anchor="ctr" anchorCtr="0">
            <a:noAutofit/>
          </a:bodyPr>
          <a:lstStyle/>
          <a:p>
            <a:pPr marL="285736" algn="ctr" defTabSz="457178" fontAlgn="auto">
              <a:lnSpc>
                <a:spcPct val="100000"/>
              </a:lnSpc>
              <a:spcBef>
                <a:spcPts val="0"/>
              </a:spcBef>
              <a:spcAft>
                <a:spcPts val="0"/>
              </a:spcAft>
            </a:pPr>
            <a:endParaRPr kumimoji="0" lang="en-US" sz="1813">
              <a:solidFill>
                <a:prstClr val="white"/>
              </a:solidFill>
              <a:latin typeface="Arial" pitchFamily="34" charset="0"/>
              <a:cs typeface="Arial" pitchFamily="34" charset="0"/>
            </a:endParaRPr>
          </a:p>
        </p:txBody>
      </p:sp>
    </p:spTree>
    <p:extLst>
      <p:ext uri="{BB962C8B-B14F-4D97-AF65-F5344CB8AC3E}">
        <p14:creationId xmlns:p14="http://schemas.microsoft.com/office/powerpoint/2010/main" val="3628826442"/>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Lst>
  <p:hf hdr="0" ftr="0" dt="0"/>
  <p:txStyles>
    <p:titleStyle>
      <a:lvl1pPr algn="l" rtl="0" fontAlgn="base">
        <a:lnSpc>
          <a:spcPct val="90000"/>
        </a:lnSpc>
        <a:spcBef>
          <a:spcPct val="0"/>
        </a:spcBef>
        <a:spcAft>
          <a:spcPct val="0"/>
        </a:spcAft>
        <a:defRPr kumimoji="1" sz="2100">
          <a:solidFill>
            <a:schemeClr val="bg1"/>
          </a:solidFill>
          <a:latin typeface="+mj-lt"/>
          <a:ea typeface="+mj-ea"/>
          <a:cs typeface="+mj-cs"/>
        </a:defRPr>
      </a:lvl1pPr>
      <a:lvl2pPr algn="l" rtl="0" fontAlgn="base">
        <a:lnSpc>
          <a:spcPct val="90000"/>
        </a:lnSpc>
        <a:spcBef>
          <a:spcPct val="0"/>
        </a:spcBef>
        <a:spcAft>
          <a:spcPct val="0"/>
        </a:spcAft>
        <a:defRPr kumimoji="1" sz="21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1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1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100">
          <a:solidFill>
            <a:schemeClr val="bg1"/>
          </a:solidFill>
          <a:latin typeface="Arial" charset="0"/>
          <a:ea typeface="HGPｺﾞｼｯｸE" pitchFamily="50" charset="-128"/>
        </a:defRPr>
      </a:lvl5pPr>
      <a:lvl6pPr marL="457124" algn="l" rtl="0" fontAlgn="base">
        <a:lnSpc>
          <a:spcPct val="90000"/>
        </a:lnSpc>
        <a:spcBef>
          <a:spcPct val="0"/>
        </a:spcBef>
        <a:spcAft>
          <a:spcPct val="0"/>
        </a:spcAft>
        <a:defRPr kumimoji="1" sz="2100">
          <a:solidFill>
            <a:schemeClr val="bg1"/>
          </a:solidFill>
          <a:latin typeface="Arial" charset="0"/>
          <a:ea typeface="HGPｺﾞｼｯｸE" pitchFamily="50" charset="-128"/>
        </a:defRPr>
      </a:lvl6pPr>
      <a:lvl7pPr marL="914252" algn="l" rtl="0" fontAlgn="base">
        <a:lnSpc>
          <a:spcPct val="90000"/>
        </a:lnSpc>
        <a:spcBef>
          <a:spcPct val="0"/>
        </a:spcBef>
        <a:spcAft>
          <a:spcPct val="0"/>
        </a:spcAft>
        <a:defRPr kumimoji="1" sz="2100">
          <a:solidFill>
            <a:schemeClr val="bg1"/>
          </a:solidFill>
          <a:latin typeface="Arial" charset="0"/>
          <a:ea typeface="HGPｺﾞｼｯｸE" pitchFamily="50" charset="-128"/>
        </a:defRPr>
      </a:lvl7pPr>
      <a:lvl8pPr marL="1371377" algn="l" rtl="0" fontAlgn="base">
        <a:lnSpc>
          <a:spcPct val="90000"/>
        </a:lnSpc>
        <a:spcBef>
          <a:spcPct val="0"/>
        </a:spcBef>
        <a:spcAft>
          <a:spcPct val="0"/>
        </a:spcAft>
        <a:defRPr kumimoji="1" sz="2100">
          <a:solidFill>
            <a:schemeClr val="bg1"/>
          </a:solidFill>
          <a:latin typeface="Arial" charset="0"/>
          <a:ea typeface="HGPｺﾞｼｯｸE" pitchFamily="50" charset="-128"/>
        </a:defRPr>
      </a:lvl8pPr>
      <a:lvl9pPr marL="1828502" algn="l" rtl="0" fontAlgn="base">
        <a:lnSpc>
          <a:spcPct val="90000"/>
        </a:lnSpc>
        <a:spcBef>
          <a:spcPct val="0"/>
        </a:spcBef>
        <a:spcAft>
          <a:spcPct val="0"/>
        </a:spcAft>
        <a:defRPr kumimoji="1" sz="2100">
          <a:solidFill>
            <a:schemeClr val="bg1"/>
          </a:solidFill>
          <a:latin typeface="Arial" charset="0"/>
          <a:ea typeface="HGPｺﾞｼｯｸE" pitchFamily="50" charset="-128"/>
        </a:defRPr>
      </a:lvl9pPr>
    </p:titleStyle>
    <p:bodyStyle>
      <a:lvl1pPr marL="342845" indent="-342845" algn="l" rtl="0" fontAlgn="base">
        <a:spcBef>
          <a:spcPct val="20000"/>
        </a:spcBef>
        <a:spcAft>
          <a:spcPct val="0"/>
        </a:spcAft>
        <a:buChar char="•"/>
        <a:defRPr kumimoji="1" sz="2550">
          <a:solidFill>
            <a:schemeClr val="tx1"/>
          </a:solidFill>
          <a:latin typeface="+mn-lt"/>
          <a:ea typeface="+mn-ea"/>
          <a:cs typeface="+mn-cs"/>
        </a:defRPr>
      </a:lvl1pPr>
      <a:lvl2pPr marL="742829" indent="-285704" algn="l" rtl="0" fontAlgn="base">
        <a:spcBef>
          <a:spcPct val="20000"/>
        </a:spcBef>
        <a:spcAft>
          <a:spcPct val="0"/>
        </a:spcAft>
        <a:buChar char="–"/>
        <a:defRPr kumimoji="1" sz="2250">
          <a:solidFill>
            <a:schemeClr val="tx1"/>
          </a:solidFill>
          <a:latin typeface="+mn-lt"/>
          <a:ea typeface="+mn-ea"/>
        </a:defRPr>
      </a:lvl2pPr>
      <a:lvl3pPr marL="1142815" indent="-228563" algn="l" rtl="0" fontAlgn="base">
        <a:spcBef>
          <a:spcPct val="20000"/>
        </a:spcBef>
        <a:spcAft>
          <a:spcPct val="0"/>
        </a:spcAft>
        <a:buChar char="•"/>
        <a:defRPr kumimoji="1" sz="1900">
          <a:solidFill>
            <a:schemeClr val="tx1"/>
          </a:solidFill>
          <a:latin typeface="+mn-lt"/>
          <a:ea typeface="+mn-ea"/>
        </a:defRPr>
      </a:lvl3pPr>
      <a:lvl4pPr marL="1599939" indent="-228563" algn="l" rtl="0" fontAlgn="base">
        <a:spcBef>
          <a:spcPct val="20000"/>
        </a:spcBef>
        <a:spcAft>
          <a:spcPct val="0"/>
        </a:spcAft>
        <a:buChar char="–"/>
        <a:defRPr kumimoji="1" sz="1600">
          <a:solidFill>
            <a:schemeClr val="tx1"/>
          </a:solidFill>
          <a:latin typeface="+mn-lt"/>
          <a:ea typeface="+mn-ea"/>
        </a:defRPr>
      </a:lvl4pPr>
      <a:lvl5pPr marL="2057065" indent="-228563" algn="l" rtl="0" fontAlgn="base">
        <a:spcBef>
          <a:spcPct val="20000"/>
        </a:spcBef>
        <a:spcAft>
          <a:spcPct val="0"/>
        </a:spcAft>
        <a:buChar char="»"/>
        <a:defRPr kumimoji="1" sz="1600">
          <a:solidFill>
            <a:schemeClr val="tx1"/>
          </a:solidFill>
          <a:latin typeface="+mn-lt"/>
          <a:ea typeface="+mn-ea"/>
        </a:defRPr>
      </a:lvl5pPr>
      <a:lvl6pPr marL="2514191" indent="-228563" algn="l" rtl="0" fontAlgn="base">
        <a:spcBef>
          <a:spcPct val="20000"/>
        </a:spcBef>
        <a:spcAft>
          <a:spcPct val="0"/>
        </a:spcAft>
        <a:buChar char="»"/>
        <a:defRPr kumimoji="1" sz="1600">
          <a:solidFill>
            <a:schemeClr val="tx1"/>
          </a:solidFill>
          <a:latin typeface="+mn-lt"/>
          <a:ea typeface="+mn-ea"/>
        </a:defRPr>
      </a:lvl6pPr>
      <a:lvl7pPr marL="2971316" indent="-228563" algn="l" rtl="0" fontAlgn="base">
        <a:spcBef>
          <a:spcPct val="20000"/>
        </a:spcBef>
        <a:spcAft>
          <a:spcPct val="0"/>
        </a:spcAft>
        <a:buChar char="»"/>
        <a:defRPr kumimoji="1" sz="1600">
          <a:solidFill>
            <a:schemeClr val="tx1"/>
          </a:solidFill>
          <a:latin typeface="+mn-lt"/>
          <a:ea typeface="+mn-ea"/>
        </a:defRPr>
      </a:lvl7pPr>
      <a:lvl8pPr marL="3428441" indent="-228563" algn="l" rtl="0" fontAlgn="base">
        <a:spcBef>
          <a:spcPct val="20000"/>
        </a:spcBef>
        <a:spcAft>
          <a:spcPct val="0"/>
        </a:spcAft>
        <a:buChar char="»"/>
        <a:defRPr kumimoji="1" sz="1600">
          <a:solidFill>
            <a:schemeClr val="tx1"/>
          </a:solidFill>
          <a:latin typeface="+mn-lt"/>
          <a:ea typeface="+mn-ea"/>
        </a:defRPr>
      </a:lvl8pPr>
      <a:lvl9pPr marL="3885566" indent="-228563" algn="l" rtl="0" fontAlgn="base">
        <a:spcBef>
          <a:spcPct val="20000"/>
        </a:spcBef>
        <a:spcAft>
          <a:spcPct val="0"/>
        </a:spcAft>
        <a:buChar char="»"/>
        <a:defRPr kumimoji="1" sz="1600">
          <a:solidFill>
            <a:schemeClr val="tx1"/>
          </a:solidFill>
          <a:latin typeface="+mn-lt"/>
          <a:ea typeface="+mn-ea"/>
        </a:defRPr>
      </a:lvl9pPr>
    </p:bodyStyle>
    <p:otherStyle>
      <a:defPPr>
        <a:defRPr lang="ja-JP"/>
      </a:defPPr>
      <a:lvl1pPr marL="0" algn="l" defTabSz="914252" rtl="0" eaLnBrk="1" latinLnBrk="0" hangingPunct="1">
        <a:defRPr kumimoji="1" sz="1450" kern="1200">
          <a:solidFill>
            <a:schemeClr val="tx1"/>
          </a:solidFill>
          <a:latin typeface="+mn-lt"/>
          <a:ea typeface="+mn-ea"/>
          <a:cs typeface="+mn-cs"/>
        </a:defRPr>
      </a:lvl1pPr>
      <a:lvl2pPr marL="457124" algn="l" defTabSz="914252" rtl="0" eaLnBrk="1" latinLnBrk="0" hangingPunct="1">
        <a:defRPr kumimoji="1" sz="1450" kern="1200">
          <a:solidFill>
            <a:schemeClr val="tx1"/>
          </a:solidFill>
          <a:latin typeface="+mn-lt"/>
          <a:ea typeface="+mn-ea"/>
          <a:cs typeface="+mn-cs"/>
        </a:defRPr>
      </a:lvl2pPr>
      <a:lvl3pPr marL="914252" algn="l" defTabSz="914252" rtl="0" eaLnBrk="1" latinLnBrk="0" hangingPunct="1">
        <a:defRPr kumimoji="1" sz="1450" kern="1200">
          <a:solidFill>
            <a:schemeClr val="tx1"/>
          </a:solidFill>
          <a:latin typeface="+mn-lt"/>
          <a:ea typeface="+mn-ea"/>
          <a:cs typeface="+mn-cs"/>
        </a:defRPr>
      </a:lvl3pPr>
      <a:lvl4pPr marL="1371377" algn="l" defTabSz="914252" rtl="0" eaLnBrk="1" latinLnBrk="0" hangingPunct="1">
        <a:defRPr kumimoji="1" sz="1450" kern="1200">
          <a:solidFill>
            <a:schemeClr val="tx1"/>
          </a:solidFill>
          <a:latin typeface="+mn-lt"/>
          <a:ea typeface="+mn-ea"/>
          <a:cs typeface="+mn-cs"/>
        </a:defRPr>
      </a:lvl4pPr>
      <a:lvl5pPr marL="1828502" algn="l" defTabSz="914252" rtl="0" eaLnBrk="1" latinLnBrk="0" hangingPunct="1">
        <a:defRPr kumimoji="1" sz="1450" kern="1200">
          <a:solidFill>
            <a:schemeClr val="tx1"/>
          </a:solidFill>
          <a:latin typeface="+mn-lt"/>
          <a:ea typeface="+mn-ea"/>
          <a:cs typeface="+mn-cs"/>
        </a:defRPr>
      </a:lvl5pPr>
      <a:lvl6pPr marL="2285627" algn="l" defTabSz="914252" rtl="0" eaLnBrk="1" latinLnBrk="0" hangingPunct="1">
        <a:defRPr kumimoji="1" sz="1450" kern="1200">
          <a:solidFill>
            <a:schemeClr val="tx1"/>
          </a:solidFill>
          <a:latin typeface="+mn-lt"/>
          <a:ea typeface="+mn-ea"/>
          <a:cs typeface="+mn-cs"/>
        </a:defRPr>
      </a:lvl6pPr>
      <a:lvl7pPr marL="2742752" algn="l" defTabSz="914252" rtl="0" eaLnBrk="1" latinLnBrk="0" hangingPunct="1">
        <a:defRPr kumimoji="1" sz="1450" kern="1200">
          <a:solidFill>
            <a:schemeClr val="tx1"/>
          </a:solidFill>
          <a:latin typeface="+mn-lt"/>
          <a:ea typeface="+mn-ea"/>
          <a:cs typeface="+mn-cs"/>
        </a:defRPr>
      </a:lvl7pPr>
      <a:lvl8pPr marL="3199878" algn="l" defTabSz="914252" rtl="0" eaLnBrk="1" latinLnBrk="0" hangingPunct="1">
        <a:defRPr kumimoji="1" sz="1450" kern="1200">
          <a:solidFill>
            <a:schemeClr val="tx1"/>
          </a:solidFill>
          <a:latin typeface="+mn-lt"/>
          <a:ea typeface="+mn-ea"/>
          <a:cs typeface="+mn-cs"/>
        </a:defRPr>
      </a:lvl8pPr>
      <a:lvl9pPr marL="3657004" algn="l" defTabSz="914252" rtl="0" eaLnBrk="1" latinLnBrk="0" hangingPunct="1">
        <a:defRPr kumimoji="1" sz="14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6A966C4-A515-2987-4ED0-834B27AF21CA}"/>
              </a:ext>
            </a:extLst>
          </p:cNvPr>
          <p:cNvSpPr>
            <a:spLocks noGrp="1"/>
          </p:cNvSpPr>
          <p:nvPr>
            <p:ph type="sldNum" sz="quarter" idx="10"/>
          </p:nvPr>
        </p:nvSpPr>
        <p:spPr/>
        <p:txBody>
          <a:bodyPr/>
          <a:lstStyle/>
          <a:p>
            <a:pPr>
              <a:defRPr/>
            </a:pPr>
            <a:fld id="{790173A9-6621-4FFE-BC07-AC198BDD4C9A}" type="slidenum">
              <a:rPr lang="en-US" altLang="ja-JP" smtClean="0"/>
              <a:pPr>
                <a:defRPr/>
              </a:pPr>
              <a:t>0</a:t>
            </a:fld>
            <a:endParaRPr lang="en-US" altLang="ja-JP"/>
          </a:p>
        </p:txBody>
      </p:sp>
      <p:sp>
        <p:nvSpPr>
          <p:cNvPr id="4" name="テキスト プレースホルダー 3">
            <a:extLst>
              <a:ext uri="{FF2B5EF4-FFF2-40B4-BE49-F238E27FC236}">
                <a16:creationId xmlns:a16="http://schemas.microsoft.com/office/drawing/2014/main" id="{0E1C8831-384A-1624-7861-5573DA7D4A3E}"/>
              </a:ext>
            </a:extLst>
          </p:cNvPr>
          <p:cNvSpPr>
            <a:spLocks noGrp="1"/>
          </p:cNvSpPr>
          <p:nvPr>
            <p:ph type="body" sz="quarter" idx="11"/>
          </p:nvPr>
        </p:nvSpPr>
        <p:spPr>
          <a:xfrm>
            <a:off x="1875588" y="2340917"/>
            <a:ext cx="3272050" cy="461665"/>
          </a:xfrm>
        </p:spPr>
        <p:txBody>
          <a:bodyPr/>
          <a:lstStyle/>
          <a:p>
            <a:r>
              <a:rPr lang="en-US" altLang="ja-JP" sz="2400" dirty="0"/>
              <a:t>【</a:t>
            </a:r>
            <a:r>
              <a:rPr lang="ja-JP" altLang="en-US" sz="2400" dirty="0"/>
              <a:t>げんあし</a:t>
            </a:r>
            <a:r>
              <a:rPr lang="en-US" altLang="ja-JP" sz="2400" dirty="0"/>
              <a:t>】</a:t>
            </a:r>
            <a:r>
              <a:rPr lang="ja-JP" altLang="en-US" sz="2400" dirty="0"/>
              <a:t>　デモシナリオ</a:t>
            </a:r>
            <a:endParaRPr kumimoji="1" lang="ja-JP" altLang="en-US" sz="2400" dirty="0"/>
          </a:p>
        </p:txBody>
      </p:sp>
    </p:spTree>
    <p:extLst>
      <p:ext uri="{BB962C8B-B14F-4D97-AF65-F5344CB8AC3E}">
        <p14:creationId xmlns:p14="http://schemas.microsoft.com/office/powerpoint/2010/main" val="557667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BB8784-77A9-3609-8B93-EC96AD056C61}"/>
              </a:ext>
            </a:extLst>
          </p:cNvPr>
          <p:cNvSpPr>
            <a:spLocks noGrp="1"/>
          </p:cNvSpPr>
          <p:nvPr>
            <p:ph type="title"/>
          </p:nvPr>
        </p:nvSpPr>
        <p:spPr/>
        <p:txBody>
          <a:bodyPr/>
          <a:lstStyle/>
          <a:p>
            <a:r>
              <a:rPr lang="ja-JP" altLang="en-US" kern="0" dirty="0"/>
              <a:t>デモシナリオ</a:t>
            </a:r>
            <a:endParaRPr kumimoji="1" lang="ja-JP" altLang="en-US" dirty="0"/>
          </a:p>
        </p:txBody>
      </p:sp>
      <p:graphicFrame>
        <p:nvGraphicFramePr>
          <p:cNvPr id="3" name="表 2">
            <a:extLst>
              <a:ext uri="{FF2B5EF4-FFF2-40B4-BE49-F238E27FC236}">
                <a16:creationId xmlns:a16="http://schemas.microsoft.com/office/drawing/2014/main" id="{5F5F0DB0-E5E5-4372-98DC-2525DEC484D1}"/>
              </a:ext>
            </a:extLst>
          </p:cNvPr>
          <p:cNvGraphicFramePr>
            <a:graphicFrameLocks noGrp="1"/>
          </p:cNvGraphicFramePr>
          <p:nvPr>
            <p:extLst>
              <p:ext uri="{D42A27DB-BD31-4B8C-83A1-F6EECF244321}">
                <p14:modId xmlns:p14="http://schemas.microsoft.com/office/powerpoint/2010/main" val="2349553423"/>
              </p:ext>
            </p:extLst>
          </p:nvPr>
        </p:nvGraphicFramePr>
        <p:xfrm>
          <a:off x="337792" y="736270"/>
          <a:ext cx="8468416" cy="4086633"/>
        </p:xfrm>
        <a:graphic>
          <a:graphicData uri="http://schemas.openxmlformats.org/drawingml/2006/table">
            <a:tbl>
              <a:tblPr firstRow="1" bandRow="1">
                <a:tableStyleId>{5C22544A-7EE6-4342-B048-85BDC9FD1C3A}</a:tableStyleId>
              </a:tblPr>
              <a:tblGrid>
                <a:gridCol w="1323739">
                  <a:extLst>
                    <a:ext uri="{9D8B030D-6E8A-4147-A177-3AD203B41FA5}">
                      <a16:colId xmlns:a16="http://schemas.microsoft.com/office/drawing/2014/main" val="3029124046"/>
                    </a:ext>
                  </a:extLst>
                </a:gridCol>
                <a:gridCol w="3345367">
                  <a:extLst>
                    <a:ext uri="{9D8B030D-6E8A-4147-A177-3AD203B41FA5}">
                      <a16:colId xmlns:a16="http://schemas.microsoft.com/office/drawing/2014/main" val="3002775640"/>
                    </a:ext>
                  </a:extLst>
                </a:gridCol>
                <a:gridCol w="1726411">
                  <a:extLst>
                    <a:ext uri="{9D8B030D-6E8A-4147-A177-3AD203B41FA5}">
                      <a16:colId xmlns:a16="http://schemas.microsoft.com/office/drawing/2014/main" val="3995232345"/>
                    </a:ext>
                  </a:extLst>
                </a:gridCol>
                <a:gridCol w="2072899">
                  <a:extLst>
                    <a:ext uri="{9D8B030D-6E8A-4147-A177-3AD203B41FA5}">
                      <a16:colId xmlns:a16="http://schemas.microsoft.com/office/drawing/2014/main" val="2133548499"/>
                    </a:ext>
                  </a:extLst>
                </a:gridCol>
              </a:tblGrid>
              <a:tr h="404397">
                <a:tc>
                  <a:txBody>
                    <a:bodyPr/>
                    <a:lstStyle/>
                    <a:p>
                      <a:pPr algn="ctr"/>
                      <a:r>
                        <a:rPr kumimoji="1" lang="ja-JP" altLang="en-US" sz="1100" dirty="0"/>
                        <a:t>タイトル</a:t>
                      </a:r>
                    </a:p>
                  </a:txBody>
                  <a:tcPr marT="41564" marB="41564" anchor="ctr"/>
                </a:tc>
                <a:tc>
                  <a:txBody>
                    <a:bodyPr/>
                    <a:lstStyle/>
                    <a:p>
                      <a:pPr algn="ctr"/>
                      <a:r>
                        <a:rPr kumimoji="1" lang="ja-JP" altLang="en-US" sz="1100" dirty="0"/>
                        <a:t>概要</a:t>
                      </a:r>
                    </a:p>
                  </a:txBody>
                  <a:tcPr marT="41564" marB="41564" anchor="ctr"/>
                </a:tc>
                <a:tc>
                  <a:txBody>
                    <a:bodyPr/>
                    <a:lstStyle/>
                    <a:p>
                      <a:pPr algn="ctr"/>
                      <a:r>
                        <a:rPr kumimoji="1" lang="ja-JP" altLang="en-US" sz="1100" dirty="0"/>
                        <a:t>利用する</a:t>
                      </a:r>
                      <a:endParaRPr kumimoji="1" lang="en-US" altLang="ja-JP" sz="1100" dirty="0"/>
                    </a:p>
                    <a:p>
                      <a:pPr algn="ctr"/>
                      <a:r>
                        <a:rPr kumimoji="1" lang="ja-JP" altLang="en-US" sz="1100" dirty="0"/>
                        <a:t>プロンプトテンプレート</a:t>
                      </a:r>
                    </a:p>
                  </a:txBody>
                  <a:tcPr marT="41564" marB="41564" anchor="ctr"/>
                </a:tc>
                <a:tc>
                  <a:txBody>
                    <a:bodyPr/>
                    <a:lstStyle/>
                    <a:p>
                      <a:pPr algn="ctr"/>
                      <a:r>
                        <a:rPr kumimoji="1" lang="ja-JP" altLang="en-US" sz="1100" dirty="0"/>
                        <a:t>テンプレートでの入力内容</a:t>
                      </a:r>
                    </a:p>
                  </a:txBody>
                  <a:tcPr marT="41564" marB="41564" anchor="ctr"/>
                </a:tc>
                <a:extLst>
                  <a:ext uri="{0D108BD9-81ED-4DB2-BD59-A6C34878D82A}">
                    <a16:rowId xmlns:a16="http://schemas.microsoft.com/office/drawing/2014/main" val="1448304827"/>
                  </a:ext>
                </a:extLst>
              </a:tr>
              <a:tr h="437967">
                <a:tc>
                  <a:txBody>
                    <a:bodyPr/>
                    <a:lstStyle/>
                    <a:p>
                      <a:r>
                        <a:rPr kumimoji="1" lang="ja-JP" altLang="en-US" sz="1100" dirty="0"/>
                        <a:t>議事録作成</a:t>
                      </a:r>
                    </a:p>
                  </a:txBody>
                  <a:tcPr marT="41564" marB="41564" anchor="ctr"/>
                </a:tc>
                <a:tc>
                  <a:txBody>
                    <a:bodyPr/>
                    <a:lstStyle/>
                    <a:p>
                      <a:r>
                        <a:rPr kumimoji="1" lang="ja-JP" altLang="en-US" sz="1100" dirty="0"/>
                        <a:t>チャット</a:t>
                      </a:r>
                      <a:r>
                        <a:rPr kumimoji="1" lang="en-US" altLang="ja-JP" sz="1100" dirty="0"/>
                        <a:t>/</a:t>
                      </a:r>
                      <a:r>
                        <a:rPr kumimoji="1" lang="ja-JP" altLang="en-US" sz="1100" dirty="0"/>
                        <a:t>議事録作成画面にトランスクリプトを添付すると、生成</a:t>
                      </a:r>
                      <a:r>
                        <a:rPr kumimoji="1" lang="en-US" altLang="ja-JP" sz="1100" dirty="0"/>
                        <a:t>AI</a:t>
                      </a:r>
                      <a:r>
                        <a:rPr kumimoji="1" lang="ja-JP" altLang="en-US" sz="1100" dirty="0"/>
                        <a:t>が自動で議事録を作成してくれる。</a:t>
                      </a:r>
                    </a:p>
                  </a:txBody>
                  <a:tcPr marT="41564" marB="41564" anchor="ctr"/>
                </a:tc>
                <a:tc>
                  <a:txBody>
                    <a:bodyPr/>
                    <a:lstStyle/>
                    <a:p>
                      <a:pPr algn="ctr"/>
                      <a:r>
                        <a:rPr kumimoji="1" lang="ja-JP" altLang="en-US" sz="1100" dirty="0"/>
                        <a:t>ー</a:t>
                      </a:r>
                    </a:p>
                  </a:txBody>
                  <a:tcPr marT="41564" marB="41564" anchor="ctr"/>
                </a:tc>
                <a:tc>
                  <a:txBody>
                    <a:bodyPr/>
                    <a:lstStyle/>
                    <a:p>
                      <a:pPr algn="ctr"/>
                      <a:r>
                        <a:rPr kumimoji="1" lang="ja-JP" altLang="en-US" sz="1100" dirty="0"/>
                        <a:t>ー</a:t>
                      </a:r>
                    </a:p>
                  </a:txBody>
                  <a:tcPr marT="41564" marB="41564" anchor="ctr"/>
                </a:tc>
                <a:extLst>
                  <a:ext uri="{0D108BD9-81ED-4DB2-BD59-A6C34878D82A}">
                    <a16:rowId xmlns:a16="http://schemas.microsoft.com/office/drawing/2014/main" val="272921801"/>
                  </a:ext>
                </a:extLst>
              </a:tr>
              <a:tr h="728449">
                <a:tc>
                  <a:txBody>
                    <a:bodyPr/>
                    <a:lstStyle/>
                    <a:p>
                      <a:r>
                        <a:rPr kumimoji="1" lang="ja-JP" altLang="en-US" sz="1100" dirty="0">
                          <a:solidFill>
                            <a:schemeClr val="tx1"/>
                          </a:solidFill>
                        </a:rPr>
                        <a:t>プロンプト自動作成</a:t>
                      </a:r>
                      <a:r>
                        <a:rPr kumimoji="1" lang="en-US" altLang="ja-JP" sz="1100" dirty="0">
                          <a:solidFill>
                            <a:schemeClr val="tx1"/>
                          </a:solidFill>
                        </a:rPr>
                        <a:t>/</a:t>
                      </a:r>
                    </a:p>
                    <a:p>
                      <a:r>
                        <a:rPr kumimoji="1" lang="en-US" altLang="ja-JP" sz="1100" dirty="0">
                          <a:solidFill>
                            <a:schemeClr val="tx1"/>
                          </a:solidFill>
                        </a:rPr>
                        <a:t>Web</a:t>
                      </a:r>
                      <a:r>
                        <a:rPr kumimoji="1" lang="ja-JP" altLang="en-US" sz="1100" dirty="0">
                          <a:solidFill>
                            <a:schemeClr val="tx1"/>
                          </a:solidFill>
                        </a:rPr>
                        <a:t>検索機能</a:t>
                      </a:r>
                    </a:p>
                  </a:txBody>
                  <a:tcPr marT="41564" marB="41564" anchor="ctr"/>
                </a:tc>
                <a:tc>
                  <a:txBody>
                    <a:bodyPr/>
                    <a:lstStyle/>
                    <a:p>
                      <a:r>
                        <a:rPr kumimoji="1" lang="ja-JP" altLang="en-US" sz="1100" dirty="0">
                          <a:solidFill>
                            <a:schemeClr val="tx1"/>
                          </a:solidFill>
                        </a:rPr>
                        <a:t>プロンプト作成画面にご自身が聞きたいプロンプトを入れると、効果が出やすいプロンプトを生成</a:t>
                      </a:r>
                      <a:r>
                        <a:rPr kumimoji="1" lang="en-US" altLang="ja-JP" sz="1100" dirty="0">
                          <a:solidFill>
                            <a:schemeClr val="tx1"/>
                          </a:solidFill>
                        </a:rPr>
                        <a:t>AI</a:t>
                      </a:r>
                      <a:r>
                        <a:rPr kumimoji="1" lang="ja-JP" altLang="en-US" sz="1100" dirty="0">
                          <a:solidFill>
                            <a:schemeClr val="tx1"/>
                          </a:solidFill>
                        </a:rPr>
                        <a:t>が出力してくれる。</a:t>
                      </a:r>
                      <a:endParaRPr kumimoji="1" lang="en-US" altLang="ja-JP" sz="1100" dirty="0">
                        <a:solidFill>
                          <a:schemeClr val="tx1"/>
                        </a:solidFill>
                      </a:endParaRPr>
                    </a:p>
                    <a:p>
                      <a:r>
                        <a:rPr kumimoji="1" lang="ja-JP" altLang="en-US" sz="1100" dirty="0">
                          <a:solidFill>
                            <a:schemeClr val="tx1"/>
                          </a:solidFill>
                        </a:rPr>
                        <a:t>チャット画面に</a:t>
                      </a:r>
                      <a:r>
                        <a:rPr kumimoji="1" lang="en-US" altLang="ja-JP" sz="1100" dirty="0">
                          <a:solidFill>
                            <a:schemeClr val="tx1"/>
                          </a:solidFill>
                        </a:rPr>
                        <a:t>Web</a:t>
                      </a:r>
                      <a:r>
                        <a:rPr kumimoji="1" lang="ja-JP" altLang="en-US" sz="1100" dirty="0">
                          <a:solidFill>
                            <a:schemeClr val="tx1"/>
                          </a:solidFill>
                        </a:rPr>
                        <a:t>検索機能が搭載され、最新情報からも回答ができる。</a:t>
                      </a:r>
                    </a:p>
                  </a:txBody>
                  <a:tcPr marT="41564" marB="41564" anchor="ctr"/>
                </a:tc>
                <a:tc>
                  <a:txBody>
                    <a:bodyPr/>
                    <a:lstStyle/>
                    <a:p>
                      <a:pPr algn="ctr"/>
                      <a:r>
                        <a:rPr kumimoji="1" lang="ja-JP" altLang="en-US" sz="1100" dirty="0"/>
                        <a:t>ー</a:t>
                      </a:r>
                      <a:endParaRPr kumimoji="1" lang="ja-JP" altLang="en-US" sz="1100" dirty="0">
                        <a:solidFill>
                          <a:schemeClr val="tx1"/>
                        </a:solidFill>
                      </a:endParaRPr>
                    </a:p>
                  </a:txBody>
                  <a:tcPr marT="41564" marB="41564" anchor="ctr"/>
                </a:tc>
                <a:tc>
                  <a:txBody>
                    <a:bodyPr/>
                    <a:lstStyle/>
                    <a:p>
                      <a:pPr algn="ctr"/>
                      <a:r>
                        <a:rPr kumimoji="1" lang="ja-JP" altLang="en-US" sz="1100" dirty="0"/>
                        <a:t>ー</a:t>
                      </a:r>
                      <a:endParaRPr kumimoji="1" lang="ja-JP" altLang="en-US" sz="1100" dirty="0">
                        <a:solidFill>
                          <a:schemeClr val="tx1"/>
                        </a:solidFill>
                      </a:endParaRPr>
                    </a:p>
                  </a:txBody>
                  <a:tcPr marT="41564" marB="41564" anchor="ctr"/>
                </a:tc>
                <a:extLst>
                  <a:ext uri="{0D108BD9-81ED-4DB2-BD59-A6C34878D82A}">
                    <a16:rowId xmlns:a16="http://schemas.microsoft.com/office/drawing/2014/main" val="965300306"/>
                  </a:ext>
                </a:extLst>
              </a:tr>
              <a:tr h="566423">
                <a:tc>
                  <a:txBody>
                    <a:bodyPr/>
                    <a:lstStyle/>
                    <a:p>
                      <a:r>
                        <a:rPr kumimoji="1" lang="ja-JP" altLang="en-US" sz="1100" dirty="0">
                          <a:solidFill>
                            <a:schemeClr val="tx1"/>
                          </a:solidFill>
                        </a:rPr>
                        <a:t>アンケート分析</a:t>
                      </a:r>
                    </a:p>
                  </a:txBody>
                  <a:tcPr marT="41564" marB="41564" anchor="ctr"/>
                </a:tc>
                <a:tc>
                  <a:txBody>
                    <a:bodyPr/>
                    <a:lstStyle/>
                    <a:p>
                      <a:r>
                        <a:rPr kumimoji="1" lang="ja-JP" altLang="en-US" sz="1100" dirty="0">
                          <a:solidFill>
                            <a:schemeClr val="tx1"/>
                          </a:solidFill>
                        </a:rPr>
                        <a:t>自由記述アンケートをチャットに入れると分析して出力してくれる。</a:t>
                      </a:r>
                    </a:p>
                  </a:txBody>
                  <a:tcPr marT="41564" marB="41564" anchor="ctr"/>
                </a:tc>
                <a:tc>
                  <a:txBody>
                    <a:bodyPr/>
                    <a:lstStyle/>
                    <a:p>
                      <a:r>
                        <a:rPr kumimoji="1" lang="ja-JP" altLang="en-US" sz="1100" dirty="0">
                          <a:solidFill>
                            <a:schemeClr val="tx1"/>
                          </a:solidFill>
                        </a:rPr>
                        <a:t>カテゴリ：その他</a:t>
                      </a:r>
                      <a:endParaRPr kumimoji="1" lang="en-US" altLang="ja-JP" sz="1100" dirty="0">
                        <a:solidFill>
                          <a:schemeClr val="tx1"/>
                        </a:solidFill>
                      </a:endParaRPr>
                    </a:p>
                    <a:p>
                      <a:r>
                        <a:rPr kumimoji="1" lang="ja-JP" altLang="en-US" sz="1100" dirty="0">
                          <a:solidFill>
                            <a:schemeClr val="tx1"/>
                          </a:solidFill>
                        </a:rPr>
                        <a:t>タイトル：アンケート分析（デモ）</a:t>
                      </a:r>
                    </a:p>
                  </a:txBody>
                  <a:tcPr marT="41564" marB="41564" anchor="ctr"/>
                </a:tc>
                <a:tc>
                  <a:txBody>
                    <a:bodyPr/>
                    <a:lstStyle/>
                    <a:p>
                      <a:r>
                        <a:rPr kumimoji="1" lang="ja-JP" altLang="en-US" sz="1100" dirty="0">
                          <a:solidFill>
                            <a:schemeClr val="tx1"/>
                          </a:solidFill>
                        </a:rPr>
                        <a:t>・アンケート内容</a:t>
                      </a:r>
                      <a:endParaRPr kumimoji="1" lang="en-US" altLang="ja-JP" sz="1100" dirty="0">
                        <a:solidFill>
                          <a:schemeClr val="tx1"/>
                        </a:solidFill>
                      </a:endParaRPr>
                    </a:p>
                    <a:p>
                      <a:r>
                        <a:rPr kumimoji="1" lang="ja-JP" altLang="en-US" sz="1100" dirty="0">
                          <a:solidFill>
                            <a:schemeClr val="tx1"/>
                          </a:solidFill>
                        </a:rPr>
                        <a:t>自由記述アンケートの回答を記述する</a:t>
                      </a:r>
                    </a:p>
                  </a:txBody>
                  <a:tcPr marT="41564" marB="41564" anchor="ctr"/>
                </a:tc>
                <a:extLst>
                  <a:ext uri="{0D108BD9-81ED-4DB2-BD59-A6C34878D82A}">
                    <a16:rowId xmlns:a16="http://schemas.microsoft.com/office/drawing/2014/main" val="3215949738"/>
                  </a:ext>
                </a:extLst>
              </a:tr>
              <a:tr h="437967">
                <a:tc>
                  <a:txBody>
                    <a:bodyPr/>
                    <a:lstStyle/>
                    <a:p>
                      <a:r>
                        <a:rPr kumimoji="1" lang="en-US" altLang="ja-JP" sz="1100" dirty="0">
                          <a:solidFill>
                            <a:schemeClr val="tx1"/>
                          </a:solidFill>
                        </a:rPr>
                        <a:t>RAG</a:t>
                      </a:r>
                      <a:r>
                        <a:rPr kumimoji="1" lang="ja-JP" altLang="en-US" sz="1100" dirty="0">
                          <a:solidFill>
                            <a:schemeClr val="tx1"/>
                          </a:solidFill>
                        </a:rPr>
                        <a:t>の精度検証</a:t>
                      </a:r>
                      <a:r>
                        <a:rPr kumimoji="1" lang="en-US" altLang="ja-JP" sz="1100" dirty="0">
                          <a:solidFill>
                            <a:schemeClr val="tx1"/>
                          </a:solidFill>
                        </a:rPr>
                        <a:t>/</a:t>
                      </a:r>
                    </a:p>
                    <a:p>
                      <a:r>
                        <a:rPr kumimoji="1" lang="ja-JP" altLang="en-US" sz="1100" dirty="0">
                          <a:solidFill>
                            <a:schemeClr val="tx1"/>
                          </a:solidFill>
                        </a:rPr>
                        <a:t>辞書機能</a:t>
                      </a:r>
                    </a:p>
                  </a:txBody>
                  <a:tcPr marT="41564" marB="41564" anchor="ctr"/>
                </a:tc>
                <a:tc>
                  <a:txBody>
                    <a:bodyPr/>
                    <a:lstStyle/>
                    <a:p>
                      <a:r>
                        <a:rPr kumimoji="1" lang="en-US" altLang="ja-JP" sz="1100" dirty="0">
                          <a:solidFill>
                            <a:schemeClr val="tx1"/>
                          </a:solidFill>
                        </a:rPr>
                        <a:t>RAG</a:t>
                      </a:r>
                      <a:r>
                        <a:rPr kumimoji="1" lang="ja-JP" altLang="en-US" sz="1100" dirty="0">
                          <a:solidFill>
                            <a:schemeClr val="tx1"/>
                          </a:solidFill>
                        </a:rPr>
                        <a:t>で引用元ファイルを見ることができる。</a:t>
                      </a:r>
                      <a:endParaRPr kumimoji="1" lang="en-US" altLang="ja-JP" sz="1100" dirty="0">
                        <a:solidFill>
                          <a:schemeClr val="tx1"/>
                        </a:solidFill>
                      </a:endParaRPr>
                    </a:p>
                    <a:p>
                      <a:r>
                        <a:rPr kumimoji="1" lang="ja-JP" altLang="en-US" sz="1100" dirty="0">
                          <a:solidFill>
                            <a:schemeClr val="tx1"/>
                          </a:solidFill>
                        </a:rPr>
                        <a:t>辞書機能で表記ゆれがある場合でも、検索ができる。</a:t>
                      </a:r>
                    </a:p>
                  </a:txBody>
                  <a:tcPr marT="41564" marB="4156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t>ー</a:t>
                      </a:r>
                      <a:endParaRPr kumimoji="1" lang="ja-JP" altLang="en-US" sz="1100" dirty="0">
                        <a:solidFill>
                          <a:schemeClr val="tx1"/>
                        </a:solidFill>
                      </a:endParaRPr>
                    </a:p>
                  </a:txBody>
                  <a:tcPr marT="41564" marB="4156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t>ー</a:t>
                      </a:r>
                      <a:endParaRPr kumimoji="1" lang="ja-JP" altLang="en-US" sz="1100" dirty="0">
                        <a:solidFill>
                          <a:schemeClr val="tx1"/>
                        </a:solidFill>
                      </a:endParaRPr>
                    </a:p>
                  </a:txBody>
                  <a:tcPr marT="41564" marB="41564" anchor="ctr"/>
                </a:tc>
                <a:extLst>
                  <a:ext uri="{0D108BD9-81ED-4DB2-BD59-A6C34878D82A}">
                    <a16:rowId xmlns:a16="http://schemas.microsoft.com/office/drawing/2014/main" val="484721317"/>
                  </a:ext>
                </a:extLst>
              </a:tr>
              <a:tr h="363587">
                <a:tc>
                  <a:txBody>
                    <a:bodyPr/>
                    <a:lstStyle/>
                    <a:p>
                      <a:r>
                        <a:rPr kumimoji="1" lang="ja-JP" altLang="en-US" sz="1100" dirty="0">
                          <a:solidFill>
                            <a:schemeClr val="tx1"/>
                          </a:solidFill>
                        </a:rPr>
                        <a:t>マルチモーダル</a:t>
                      </a:r>
                    </a:p>
                  </a:txBody>
                  <a:tcPr marT="41564" marB="41564" anchor="ctr"/>
                </a:tc>
                <a:tc>
                  <a:txBody>
                    <a:bodyPr/>
                    <a:lstStyle/>
                    <a:p>
                      <a:r>
                        <a:rPr kumimoji="1" lang="ja-JP" altLang="en-US" sz="1100" dirty="0">
                          <a:solidFill>
                            <a:schemeClr val="tx1"/>
                          </a:solidFill>
                        </a:rPr>
                        <a:t>画像をチャットに貼り付け、画像に関する質問ができる。</a:t>
                      </a:r>
                    </a:p>
                  </a:txBody>
                  <a:tcPr marT="41564" marB="4156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t>ー</a:t>
                      </a:r>
                      <a:endParaRPr kumimoji="1" lang="ja-JP" altLang="en-US" sz="1100" dirty="0">
                        <a:solidFill>
                          <a:schemeClr val="tx1"/>
                        </a:solidFill>
                      </a:endParaRPr>
                    </a:p>
                  </a:txBody>
                  <a:tcPr marT="41564" marB="4156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t>ー</a:t>
                      </a:r>
                      <a:endParaRPr kumimoji="1" lang="ja-JP" altLang="en-US" sz="1100" dirty="0">
                        <a:solidFill>
                          <a:schemeClr val="tx1"/>
                        </a:solidFill>
                      </a:endParaRPr>
                    </a:p>
                  </a:txBody>
                  <a:tcPr marT="41564" marB="41564" anchor="ctr"/>
                </a:tc>
                <a:extLst>
                  <a:ext uri="{0D108BD9-81ED-4DB2-BD59-A6C34878D82A}">
                    <a16:rowId xmlns:a16="http://schemas.microsoft.com/office/drawing/2014/main" val="3354635921"/>
                  </a:ext>
                </a:extLst>
              </a:tr>
              <a:tr h="1052502">
                <a:tc>
                  <a:txBody>
                    <a:bodyPr/>
                    <a:lstStyle/>
                    <a:p>
                      <a:r>
                        <a:rPr kumimoji="1" lang="ja-JP" altLang="en-US" sz="1100" dirty="0">
                          <a:solidFill>
                            <a:schemeClr val="tx1"/>
                          </a:solidFill>
                        </a:rPr>
                        <a:t>ヒヤリハットの特定と対策の提示</a:t>
                      </a:r>
                    </a:p>
                  </a:txBody>
                  <a:tcPr marT="41564" marB="41564" anchor="ctr"/>
                </a:tc>
                <a:tc>
                  <a:txBody>
                    <a:bodyPr/>
                    <a:lstStyle/>
                    <a:p>
                      <a:r>
                        <a:rPr kumimoji="1" lang="ja-JP" altLang="en-US" sz="1100" dirty="0">
                          <a:solidFill>
                            <a:schemeClr val="tx1"/>
                          </a:solidFill>
                        </a:rPr>
                        <a:t>現場での作業内容や作業場所を入力すると過去のヒヤリハット例を検索し、対策案を提示してくれる。</a:t>
                      </a:r>
                    </a:p>
                  </a:txBody>
                  <a:tcPr marT="41564" marB="41564" anchor="ctr"/>
                </a:tc>
                <a:tc>
                  <a:txBody>
                    <a:bodyPr/>
                    <a:lstStyle/>
                    <a:p>
                      <a:r>
                        <a:rPr kumimoji="1" lang="ja-JP" altLang="en-US" sz="1100" dirty="0">
                          <a:solidFill>
                            <a:schemeClr val="tx1"/>
                          </a:solidFill>
                        </a:rPr>
                        <a:t>カテゴリ：安全</a:t>
                      </a:r>
                      <a:endParaRPr kumimoji="1" lang="en-US" altLang="ja-JP" sz="1100" dirty="0">
                        <a:solidFill>
                          <a:schemeClr val="tx1"/>
                        </a:solidFill>
                      </a:endParaRPr>
                    </a:p>
                    <a:p>
                      <a:r>
                        <a:rPr kumimoji="1" lang="ja-JP" altLang="en-US" sz="1100" dirty="0">
                          <a:solidFill>
                            <a:schemeClr val="tx1"/>
                          </a:solidFill>
                        </a:rPr>
                        <a:t>タイトル：ヒヤリハットの検索</a:t>
                      </a:r>
                    </a:p>
                  </a:txBody>
                  <a:tcPr marT="41564" marB="41564" anchor="ctr"/>
                </a:tc>
                <a:tc>
                  <a:txBody>
                    <a:bodyPr/>
                    <a:lstStyle/>
                    <a:p>
                      <a:r>
                        <a:rPr kumimoji="1" lang="ja-JP" altLang="en-US" sz="1100" dirty="0">
                          <a:solidFill>
                            <a:schemeClr val="tx1"/>
                          </a:solidFill>
                        </a:rPr>
                        <a:t>・</a:t>
                      </a:r>
                      <a:r>
                        <a:rPr kumimoji="1" lang="zh-TW" altLang="en-US" sz="1100" dirty="0">
                          <a:solidFill>
                            <a:schemeClr val="tx1"/>
                          </a:solidFill>
                        </a:rPr>
                        <a:t>作業場所</a:t>
                      </a:r>
                      <a:endParaRPr kumimoji="1" lang="en-US" altLang="zh-TW" sz="1100" dirty="0">
                        <a:solidFill>
                          <a:schemeClr val="tx1"/>
                        </a:solidFill>
                      </a:endParaRPr>
                    </a:p>
                    <a:p>
                      <a:r>
                        <a:rPr kumimoji="1" lang="ja-JP" altLang="en-US" sz="1100" dirty="0">
                          <a:solidFill>
                            <a:schemeClr val="tx1"/>
                          </a:solidFill>
                        </a:rPr>
                        <a:t>「倉庫」などヒヤリハットを検索したい現場の作業場所を記述する</a:t>
                      </a:r>
                      <a:endParaRPr kumimoji="1" lang="zh-TW" altLang="en-US" sz="1100" dirty="0">
                        <a:solidFill>
                          <a:schemeClr val="tx1"/>
                        </a:solidFill>
                      </a:endParaRPr>
                    </a:p>
                    <a:p>
                      <a:r>
                        <a:rPr kumimoji="1" lang="ja-JP" altLang="en-US" sz="1100" dirty="0">
                          <a:solidFill>
                            <a:schemeClr val="tx1"/>
                          </a:solidFill>
                        </a:rPr>
                        <a:t>・</a:t>
                      </a:r>
                      <a:r>
                        <a:rPr kumimoji="1" lang="zh-TW" altLang="en-US" sz="1100" dirty="0">
                          <a:solidFill>
                            <a:schemeClr val="tx1"/>
                          </a:solidFill>
                        </a:rPr>
                        <a:t>作業内容</a:t>
                      </a:r>
                      <a:endParaRPr kumimoji="1" lang="en-US" altLang="zh-TW" sz="1100" dirty="0">
                        <a:solidFill>
                          <a:schemeClr val="tx1"/>
                        </a:solidFill>
                      </a:endParaRPr>
                    </a:p>
                    <a:p>
                      <a:r>
                        <a:rPr kumimoji="1" lang="ja-JP" altLang="en-US" sz="1100" dirty="0">
                          <a:solidFill>
                            <a:schemeClr val="tx1"/>
                          </a:solidFill>
                        </a:rPr>
                        <a:t>「タンクの運搬」などヒヤリハットを検索したい作業内容を記述する</a:t>
                      </a:r>
                    </a:p>
                  </a:txBody>
                  <a:tcPr marT="41564" marB="41564" anchor="ctr"/>
                </a:tc>
                <a:extLst>
                  <a:ext uri="{0D108BD9-81ED-4DB2-BD59-A6C34878D82A}">
                    <a16:rowId xmlns:a16="http://schemas.microsoft.com/office/drawing/2014/main" val="890720853"/>
                  </a:ext>
                </a:extLst>
              </a:tr>
            </a:tbl>
          </a:graphicData>
        </a:graphic>
      </p:graphicFrame>
    </p:spTree>
    <p:extLst>
      <p:ext uri="{BB962C8B-B14F-4D97-AF65-F5344CB8AC3E}">
        <p14:creationId xmlns:p14="http://schemas.microsoft.com/office/powerpoint/2010/main" val="1407172683"/>
      </p:ext>
    </p:extLst>
  </p:cSld>
  <p:clrMapOvr>
    <a:masterClrMapping/>
  </p:clrMapOvr>
</p:sld>
</file>

<file path=ppt/theme/theme1.xml><?xml version="1.0" encoding="utf-8"?>
<a:theme xmlns:a="http://schemas.openxmlformats.org/drawingml/2006/main" name="1_標準デザイン">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5">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75000"/>
          </a:schemeClr>
        </a:solidFill>
        <a:ln w="9525">
          <a:noFill/>
          <a:miter lim="800000"/>
          <a:headEnd/>
          <a:tailEnd/>
        </a:ln>
        <a:effectLst/>
      </a:spPr>
      <a:bodyPr wrap="none" rtlCol="0" anchor="ctr" anchorCtr="0">
        <a:noAutofit/>
      </a:bodyPr>
      <a:lstStyle>
        <a:defPPr algn="ctr">
          <a:defRPr kumimoji="1" sz="1800" dirty="0" smtClean="0">
            <a:solidFill>
              <a:schemeClr val="tx1"/>
            </a:solidFill>
            <a:latin typeface="+mn-ea"/>
            <a:ea typeface="+mn-ea"/>
          </a:defRPr>
        </a:defPPr>
      </a:lstStyle>
    </a:spDef>
    <a:lnDef>
      <a:spPr bwMode="auto">
        <a:noFill/>
        <a:ln w="9525" cap="flat" cmpd="sng" algn="ctr">
          <a:solidFill>
            <a:schemeClr val="tx1"/>
          </a:solidFill>
          <a:prstDash val="solid"/>
          <a:round/>
          <a:headEnd type="none" w="med" len="med"/>
          <a:tailEnd type="none" w="med" len="med"/>
        </a:ln>
        <a:effectLst/>
      </a:spPr>
      <a:bodyPr/>
      <a:lstStyle/>
    </a:lnDef>
    <a:txDef>
      <a:spPr bwMode="gray">
        <a:noFill/>
        <a:ln w="3175" cap="rnd">
          <a:noFill/>
          <a:miter lim="800000"/>
          <a:headEnd/>
          <a:tailEnd/>
        </a:ln>
        <a:effectLst/>
      </a:spPr>
      <a:bodyPr wrap="square">
        <a:spAutoFit/>
      </a:bodyPr>
      <a:lstStyle>
        <a:defPPr algn="l">
          <a:defRPr sz="2000" dirty="0">
            <a:latin typeface="+mn-ea"/>
            <a:ea typeface="+mn-ea"/>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8_標準デザイン">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7">
      <a:majorFont>
        <a:latin typeface="Arial"/>
        <a:ea typeface="HGP創英角ｺﾞｼｯｸUB"/>
        <a:cs typeface=""/>
      </a:majorFont>
      <a:minorFont>
        <a:latin typeface="Arial"/>
        <a:ea typeface="HGPｺﾞｼｯｸ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tx1"/>
          </a:solidFill>
        </a:ln>
      </a:spPr>
      <a:bodyPr wrap="none" rtlCol="0" anchor="ctr" anchorCtr="0">
        <a:noAutofit/>
      </a:bodyPr>
      <a:lstStyle>
        <a:defPPr marL="6350" algn="ctr">
          <a:lnSpc>
            <a:spcPct val="100000"/>
          </a:lnSpc>
          <a:defRPr sz="1600" dirty="0" smtClean="0">
            <a:solidFill>
              <a:schemeClr val="tx1"/>
            </a:solidFill>
            <a:latin typeface="Arial" pitchFamily="34" charset="0"/>
            <a:cs typeface="Arial" pitchFamily="34" charset="0"/>
          </a:defRPr>
        </a:defPPr>
      </a:lstStyle>
    </a:spDef>
    <a:lnDef>
      <a:spPr bwMode="auto">
        <a:noFill/>
        <a:ln w="9525" cap="flat" cmpd="sng" algn="ctr">
          <a:solidFill>
            <a:schemeClr val="tx1"/>
          </a:solidFill>
          <a:prstDash val="solid"/>
          <a:round/>
          <a:headEnd type="none" w="med" len="med"/>
          <a:tailEnd type="none" w="med" len="med"/>
        </a:ln>
        <a:effectLst/>
      </a:spPr>
      <a:bodyPr/>
      <a:lstStyle/>
    </a:lnDef>
    <a:txDef>
      <a:spPr>
        <a:noFill/>
      </a:spPr>
      <a:bodyPr wrap="square" rtlCol="0" anchor="t" anchorCtr="0">
        <a:noAutofit/>
      </a:bodyPr>
      <a:lstStyle>
        <a:defPPr marL="285750" indent="-285750">
          <a:lnSpc>
            <a:spcPct val="100000"/>
          </a:lnSpc>
          <a:buFont typeface="Arial" charset="0"/>
          <a:buChar char="•"/>
          <a:defRPr sz="1800" dirty="0">
            <a:solidFill>
              <a:schemeClr val="tx1"/>
            </a:solidFill>
            <a:latin typeface="Arial" pitchFamily="34" charset="0"/>
            <a:cs typeface="Arial" pitchFamily="34" charset="0"/>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EB842EDE663554592ACAE27A7E26619" ma:contentTypeVersion="17" ma:contentTypeDescription="新しいドキュメントを作成します。" ma:contentTypeScope="" ma:versionID="16747dd24529eeafe37e55189e22f718">
  <xsd:schema xmlns:xsd="http://www.w3.org/2001/XMLSchema" xmlns:xs="http://www.w3.org/2001/XMLSchema" xmlns:p="http://schemas.microsoft.com/office/2006/metadata/properties" xmlns:ns2="4dc7eaff-9cc3-4c93-8179-c2dde48322dd" xmlns:ns3="64b45ec4-2e29-4bf6-8c65-02a0a27b7616" targetNamespace="http://schemas.microsoft.com/office/2006/metadata/properties" ma:root="true" ma:fieldsID="7cbc8658c59981c65856985325ace6ba" ns2:_="" ns3:_="">
    <xsd:import namespace="4dc7eaff-9cc3-4c93-8179-c2dde48322dd"/>
    <xsd:import namespace="64b45ec4-2e29-4bf6-8c65-02a0a27b761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SearchProperties" minOccurs="0"/>
                <xsd:element ref="ns2:_x6ce8__x610f__x4e8b__x9805_"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c7eaff-9cc3-4c93-8179-c2dde48322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画像タグ" ma:readOnly="false" ma:fieldId="{5cf76f15-5ced-4ddc-b409-7134ff3c332f}" ma:taxonomyMulti="true" ma:sspId="9dd84382-b38c-4eba-b7c2-4a66a077def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_x6ce8__x610f__x4e8b__x9805_" ma:index="22" nillable="true" ma:displayName="注意事項" ma:format="Dropdown" ma:internalName="_x6ce8__x610f__x4e8b__x9805_">
      <xsd:simpleType>
        <xsd:restriction base="dms:Text">
          <xsd:maxLength value="255"/>
        </xsd:restriction>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MediaServiceLocation" ma:index="24"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4b45ec4-2e29-4bf6-8c65-02a0a27b7616"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ff3b25dd-ef32-431d-b66c-336b0f39013d}" ma:internalName="TaxCatchAll" ma:showField="CatchAllData" ma:web="64b45ec4-2e29-4bf6-8c65-02a0a27b7616">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x6ce8__x610f__x4e8b__x9805_ xmlns="4dc7eaff-9cc3-4c93-8179-c2dde48322dd" xsi:nil="true"/>
    <TaxCatchAll xmlns="64b45ec4-2e29-4bf6-8c65-02a0a27b7616" xsi:nil="true"/>
    <lcf76f155ced4ddcb4097134ff3c332f xmlns="4dc7eaff-9cc3-4c93-8179-c2dde48322d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BEBEBF-806D-4D9A-966B-9DA220B751AE}"/>
</file>

<file path=customXml/itemProps2.xml><?xml version="1.0" encoding="utf-8"?>
<ds:datastoreItem xmlns:ds="http://schemas.openxmlformats.org/officeDocument/2006/customXml" ds:itemID="{67F2BEBB-E8EE-41DC-99D1-DAB7422B3203}">
  <ds:schemaRefs>
    <ds:schemaRef ds:uri="http://purl.org/dc/terms/"/>
    <ds:schemaRef ds:uri="http://schemas.microsoft.com/office/2006/documentManagement/types"/>
    <ds:schemaRef ds:uri="4dc7eaff-9cc3-4c93-8179-c2dde48322dd"/>
    <ds:schemaRef ds:uri="http://purl.org/dc/dcmitype/"/>
    <ds:schemaRef ds:uri="http://schemas.microsoft.com/office/2006/metadata/properties"/>
    <ds:schemaRef ds:uri="http://www.w3.org/XML/1998/namespace"/>
    <ds:schemaRef ds:uri="64b45ec4-2e29-4bf6-8c65-02a0a27b7616"/>
    <ds:schemaRef ds:uri="http://schemas.microsoft.com/office/infopath/2007/PartnerControl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F19379E6-F202-44FA-AD60-CC33E58EFF2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Words>258</Words>
  <TotalTime>0</TotalTime>
  <Application>Microsoft Office PowerPoint</Application>
  <Templat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HIGIS 3/ﾌﾟﾚｾﾞﾝﾃｰｼｮﾝ資料/J_GrayA.ppt</dc:title>
  <dc:subject>HIGIS テンプレート</dc:subject>
  <dc:creator>(株)日立製作所　ブランド・コミュニケーション本部／デザイン本部</dc:creator>
  <cp:lastModifiedBy>須山綾音 / Suyama，Ayane</cp:lastModifiedBy>
  <cp:revision>11</cp:revision>
  <cp:lastPrinted>2024-09-30T01:08:04Z</cp:lastPrinted>
  <dcterms:created xsi:type="dcterms:W3CDTF">2004-05-26T10:25:15Z</dcterms:created>
  <dcterms:modified xsi:type="dcterms:W3CDTF">2025-06-10T10:54:13Z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0x0101006EB842EDE663554592ACAE27A7E26619</vt:lpwstr>
  </property>
  <property fmtid="{D5CDD505-2E9C-101B-9397-08002B2CF9AE}" pid="3" name="_dlc_DocIdItemGuid">
    <vt:lpwstr>08be0566-c9fb-4132-991a-f684a6a5114f</vt:lpwstr>
  </property>
  <property fmtid="{D5CDD505-2E9C-101B-9397-08002B2CF9AE}" pid="4" name="MediaServiceImageTags">
    <vt:lpwstr/>
  </property>
  <property fmtid="{D5CDD505-2E9C-101B-9397-08002B2CF9AE}" pid="5" name="Order">
    <vt:r8>23400</vt:r8>
  </property>
  <property fmtid="{D5CDD505-2E9C-101B-9397-08002B2CF9AE}" pid="6" name="xd_Signature">
    <vt:bool>false</vt:bool>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